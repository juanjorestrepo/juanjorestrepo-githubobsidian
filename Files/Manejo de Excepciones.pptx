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6" r:id="rId4"/>
    <p:sldMasterId id="214748367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5143500" cx="9144000"/>
  <p:notesSz cx="6858000" cy="9144000"/>
  <p:embeddedFontLst>
    <p:embeddedFont>
      <p:font typeface="Roboto"/>
      <p:regular r:id="rId37"/>
      <p:bold r:id="rId38"/>
      <p:italic r:id="rId39"/>
      <p:boldItalic r:id="rId40"/>
    </p:embeddedFont>
    <p:embeddedFont>
      <p:font typeface="Montserrat Black"/>
      <p:bold r:id="rId41"/>
      <p:boldItalic r:id="rId42"/>
    </p:embeddedFont>
    <p:embeddedFont>
      <p:font typeface="Montserrat"/>
      <p:regular r:id="rId43"/>
      <p:bold r:id="rId44"/>
      <p:italic r:id="rId45"/>
      <p:boldItalic r:id="rId46"/>
    </p:embeddedFont>
    <p:embeddedFont>
      <p:font typeface="Palanquin Dark"/>
      <p:regular r:id="rId47"/>
      <p:bold r:id="rId48"/>
    </p:embeddedFont>
    <p:embeddedFont>
      <p:font typeface="Montserrat Medium"/>
      <p:regular r:id="rId49"/>
      <p:bold r:id="rId50"/>
      <p:italic r:id="rId51"/>
      <p:boldItalic r:id="rId52"/>
    </p:embeddedFont>
    <p:embeddedFont>
      <p:font typeface="Fira Sans Extra Condensed"/>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57" roundtripDataSignature="AMtx7mi0lJ95ULYDliHfWmWUKFQ1G/sN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42" Type="http://schemas.openxmlformats.org/officeDocument/2006/relationships/font" Target="fonts/MontserratBlack-boldItalic.fntdata"/><Relationship Id="rId41" Type="http://schemas.openxmlformats.org/officeDocument/2006/relationships/font" Target="fonts/MontserratBlack-bold.fntdata"/><Relationship Id="rId44" Type="http://schemas.openxmlformats.org/officeDocument/2006/relationships/font" Target="fonts/Montserrat-bold.fntdata"/><Relationship Id="rId43" Type="http://schemas.openxmlformats.org/officeDocument/2006/relationships/font" Target="fonts/Montserrat-regular.fntdata"/><Relationship Id="rId46" Type="http://schemas.openxmlformats.org/officeDocument/2006/relationships/font" Target="fonts/Montserrat-boldItalic.fntdata"/><Relationship Id="rId45" Type="http://schemas.openxmlformats.org/officeDocument/2006/relationships/font" Target="fonts/Montserrat-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48" Type="http://schemas.openxmlformats.org/officeDocument/2006/relationships/font" Target="fonts/PalanquinDark-bold.fntdata"/><Relationship Id="rId47" Type="http://schemas.openxmlformats.org/officeDocument/2006/relationships/font" Target="fonts/PalanquinDark-regular.fntdata"/><Relationship Id="rId49" Type="http://schemas.openxmlformats.org/officeDocument/2006/relationships/font" Target="fonts/MontserratMedium-regular.fntdata"/><Relationship Id="rId5" Type="http://schemas.openxmlformats.org/officeDocument/2006/relationships/slideMaster" Target="slideMasters/slideMaster3.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font" Target="fonts/Roboto-regular.fntdata"/><Relationship Id="rId36" Type="http://schemas.openxmlformats.org/officeDocument/2006/relationships/slide" Target="slides/slide30.xml"/><Relationship Id="rId39" Type="http://schemas.openxmlformats.org/officeDocument/2006/relationships/font" Target="fonts/Roboto-italic.fntdata"/><Relationship Id="rId38" Type="http://schemas.openxmlformats.org/officeDocument/2006/relationships/font" Target="fonts/Roboto-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ontserratMedium-italic.fntdata"/><Relationship Id="rId50" Type="http://schemas.openxmlformats.org/officeDocument/2006/relationships/font" Target="fonts/MontserratMedium-bold.fntdata"/><Relationship Id="rId53" Type="http://schemas.openxmlformats.org/officeDocument/2006/relationships/font" Target="fonts/FiraSansExtraCondensed-regular.fntdata"/><Relationship Id="rId52" Type="http://schemas.openxmlformats.org/officeDocument/2006/relationships/font" Target="fonts/MontserratMedium-boldItalic.fntdata"/><Relationship Id="rId11" Type="http://schemas.openxmlformats.org/officeDocument/2006/relationships/slide" Target="slides/slide5.xml"/><Relationship Id="rId55" Type="http://schemas.openxmlformats.org/officeDocument/2006/relationships/font" Target="fonts/FiraSansExtraCondensed-italic.fntdata"/><Relationship Id="rId10" Type="http://schemas.openxmlformats.org/officeDocument/2006/relationships/slide" Target="slides/slide4.xml"/><Relationship Id="rId54" Type="http://schemas.openxmlformats.org/officeDocument/2006/relationships/font" Target="fonts/FiraSansExtraCondensed-bold.fntdata"/><Relationship Id="rId13" Type="http://schemas.openxmlformats.org/officeDocument/2006/relationships/slide" Target="slides/slide7.xml"/><Relationship Id="rId57" Type="http://customschemas.google.com/relationships/presentationmetadata" Target="metadata"/><Relationship Id="rId12" Type="http://schemas.openxmlformats.org/officeDocument/2006/relationships/slide" Target="slides/slide6.xml"/><Relationship Id="rId56" Type="http://schemas.openxmlformats.org/officeDocument/2006/relationships/font" Target="fonts/FiraSansExtraCondensed-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Roboto"/>
              <a:ea typeface="Roboto"/>
              <a:cs typeface="Roboto"/>
              <a:sym typeface="Roboto"/>
            </a:endParaRPr>
          </a:p>
        </p:txBody>
      </p:sp>
      <p:sp>
        <p:nvSpPr>
          <p:cNvPr id="196" name="Google Shape;1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215" name="Google Shape;21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228" name="Google Shape;22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237" name="Google Shape;23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246" name="Google Shape;24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255" name="Google Shape;25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263" name="Google Shape;26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271" name="Google Shape;27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277" name="Google Shape;27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287" name="Google Shape;28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296" name="Google Shape;29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305" name="Google Shape;30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314" name="Google Shape;31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321" name="Google Shape;32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328" name="Google Shape;32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336" name="Google Shape;33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345" name="Google Shape;34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354" name="Google Shape;35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361" name="Google Shape;36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369" name="Google Shape;36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380" name="Google Shape;38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388" name="Google Shape;38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397" name="Google Shape;39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406" name="Google Shape;40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415" name="Google Shape;41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422" name="Google Shape;42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2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430" name="Google Shape;43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CO" sz="1000">
                <a:solidFill>
                  <a:schemeClr val="dk1"/>
                </a:solidFill>
                <a:latin typeface="Roboto"/>
                <a:ea typeface="Roboto"/>
                <a:cs typeface="Roboto"/>
                <a:sym typeface="Roboto"/>
              </a:rPr>
              <a:t>En grupos, permitir una breve socialización sobre a que se quieren comprometer con el curso. Qué les parece importante sostener a lo largo del ciclo de formación, para poder adquirir los conocimientos y efectivamente aplicarlos en su día a día</a:t>
            </a:r>
            <a:endParaRPr sz="1000">
              <a:solidFill>
                <a:schemeClr val="dk1"/>
              </a:solidFill>
              <a:latin typeface="Roboto"/>
              <a:ea typeface="Roboto"/>
              <a:cs typeface="Roboto"/>
              <a:sym typeface="Roboto"/>
            </a:endParaRPr>
          </a:p>
        </p:txBody>
      </p:sp>
      <p:sp>
        <p:nvSpPr>
          <p:cNvPr id="439" name="Google Shape;43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5" name="Google Shape;44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2" name="Shape 12"/>
        <p:cNvGrpSpPr/>
        <p:nvPr/>
      </p:nvGrpSpPr>
      <p:grpSpPr>
        <a:xfrm>
          <a:off x="0" y="0"/>
          <a:ext cx="0" cy="0"/>
          <a:chOff x="0" y="0"/>
          <a:chExt cx="0" cy="0"/>
        </a:xfrm>
      </p:grpSpPr>
      <p:sp>
        <p:nvSpPr>
          <p:cNvPr id="13" name="Google Shape;13;p32"/>
          <p:cNvSpPr txBox="1"/>
          <p:nvPr>
            <p:ph type="ctrTitle"/>
          </p:nvPr>
        </p:nvSpPr>
        <p:spPr>
          <a:xfrm>
            <a:off x="251223" y="3321307"/>
            <a:ext cx="8641500" cy="406500"/>
          </a:xfrm>
          <a:prstGeom prst="rect">
            <a:avLst/>
          </a:prstGeom>
          <a:noFill/>
          <a:ln>
            <a:noFill/>
          </a:ln>
        </p:spPr>
        <p:txBody>
          <a:bodyPr anchorCtr="0" anchor="t" bIns="0" lIns="0" spcFirstLastPara="1" rIns="0" wrap="square" tIns="0">
            <a:spAutoFit/>
          </a:bodyPr>
          <a:lstStyle>
            <a:lvl1pPr lvl="0" algn="l">
              <a:lnSpc>
                <a:spcPct val="80000"/>
              </a:lnSpc>
              <a:spcBef>
                <a:spcPts val="0"/>
              </a:spcBef>
              <a:spcAft>
                <a:spcPts val="0"/>
              </a:spcAft>
              <a:buClr>
                <a:schemeClr val="accent1"/>
              </a:buClr>
              <a:buSzPts val="3300"/>
              <a:buFont typeface="Arial"/>
              <a:buNone/>
              <a:defRPr sz="33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 name="Google Shape;14;p32"/>
          <p:cNvSpPr txBox="1"/>
          <p:nvPr>
            <p:ph idx="1" type="subTitle"/>
          </p:nvPr>
        </p:nvSpPr>
        <p:spPr>
          <a:xfrm>
            <a:off x="251223" y="4173951"/>
            <a:ext cx="6345000" cy="217200"/>
          </a:xfrm>
          <a:prstGeom prst="rect">
            <a:avLst/>
          </a:prstGeom>
          <a:noFill/>
          <a:ln>
            <a:noFill/>
          </a:ln>
        </p:spPr>
        <p:txBody>
          <a:bodyPr anchorCtr="0" anchor="t" bIns="0" lIns="0" spcFirstLastPara="1" rIns="0" wrap="square" tIns="0">
            <a:spAutoFit/>
          </a:bodyPr>
          <a:lstStyle>
            <a:lvl1pPr lvl="0" algn="l">
              <a:lnSpc>
                <a:spcPct val="114000"/>
              </a:lnSpc>
              <a:spcBef>
                <a:spcPts val="0"/>
              </a:spcBef>
              <a:spcAft>
                <a:spcPts val="0"/>
              </a:spcAft>
              <a:buClr>
                <a:schemeClr val="dk1"/>
              </a:buClr>
              <a:buSzPts val="1400"/>
              <a:buNone/>
              <a:defRPr b="0" sz="1400" cap="none"/>
            </a:lvl1pPr>
            <a:lvl2pPr lvl="1" algn="ctr">
              <a:lnSpc>
                <a:spcPct val="114000"/>
              </a:lnSpc>
              <a:spcBef>
                <a:spcPts val="500"/>
              </a:spcBef>
              <a:spcAft>
                <a:spcPts val="0"/>
              </a:spcAft>
              <a:buClr>
                <a:schemeClr val="dk1"/>
              </a:buClr>
              <a:buSzPts val="1500"/>
              <a:buNone/>
              <a:defRPr sz="1500"/>
            </a:lvl2pPr>
            <a:lvl3pPr lvl="2" algn="ctr">
              <a:lnSpc>
                <a:spcPct val="114000"/>
              </a:lnSpc>
              <a:spcBef>
                <a:spcPts val="300"/>
              </a:spcBef>
              <a:spcAft>
                <a:spcPts val="0"/>
              </a:spcAft>
              <a:buClr>
                <a:schemeClr val="dk1"/>
              </a:buClr>
              <a:buSzPts val="1400"/>
              <a:buNone/>
              <a:defRPr sz="1400"/>
            </a:lvl3pPr>
            <a:lvl4pPr lvl="3" algn="ctr">
              <a:lnSpc>
                <a:spcPct val="114000"/>
              </a:lnSpc>
              <a:spcBef>
                <a:spcPts val="200"/>
              </a:spcBef>
              <a:spcAft>
                <a:spcPts val="0"/>
              </a:spcAft>
              <a:buClr>
                <a:schemeClr val="dk1"/>
              </a:buClr>
              <a:buSzPts val="1200"/>
              <a:buNone/>
              <a:defRPr sz="1200"/>
            </a:lvl4pPr>
            <a:lvl5pPr lvl="4" algn="ctr">
              <a:lnSpc>
                <a:spcPct val="114000"/>
              </a:lnSpc>
              <a:spcBef>
                <a:spcPts val="200"/>
              </a:spcBef>
              <a:spcAft>
                <a:spcPts val="0"/>
              </a:spcAft>
              <a:buClr>
                <a:schemeClr val="dk1"/>
              </a:buClr>
              <a:buSzPts val="1200"/>
              <a:buNone/>
              <a:defRPr sz="1200"/>
            </a:lvl5pPr>
            <a:lvl6pPr lvl="5" algn="ctr">
              <a:lnSpc>
                <a:spcPct val="114000"/>
              </a:lnSpc>
              <a:spcBef>
                <a:spcPts val="0"/>
              </a:spcBef>
              <a:spcAft>
                <a:spcPts val="0"/>
              </a:spcAft>
              <a:buClr>
                <a:schemeClr val="dk1"/>
              </a:buClr>
              <a:buSzPts val="1200"/>
              <a:buNone/>
              <a:defRPr sz="1200"/>
            </a:lvl6pPr>
            <a:lvl7pPr lvl="6" algn="ctr">
              <a:lnSpc>
                <a:spcPct val="114000"/>
              </a:lnSpc>
              <a:spcBef>
                <a:spcPts val="0"/>
              </a:spcBef>
              <a:spcAft>
                <a:spcPts val="0"/>
              </a:spcAft>
              <a:buClr>
                <a:schemeClr val="dk1"/>
              </a:buClr>
              <a:buSzPts val="1200"/>
              <a:buNone/>
              <a:defRPr sz="1200"/>
            </a:lvl7pPr>
            <a:lvl8pPr lvl="7" algn="ctr">
              <a:lnSpc>
                <a:spcPct val="114000"/>
              </a:lnSpc>
              <a:spcBef>
                <a:spcPts val="0"/>
              </a:spcBef>
              <a:spcAft>
                <a:spcPts val="0"/>
              </a:spcAft>
              <a:buClr>
                <a:schemeClr val="dk1"/>
              </a:buClr>
              <a:buSzPts val="1200"/>
              <a:buNone/>
              <a:defRPr sz="1200"/>
            </a:lvl8pPr>
            <a:lvl9pPr lvl="8" algn="ctr">
              <a:lnSpc>
                <a:spcPct val="114000"/>
              </a:lnSpc>
              <a:spcBef>
                <a:spcPts val="0"/>
              </a:spcBef>
              <a:spcAft>
                <a:spcPts val="0"/>
              </a:spcAft>
              <a:buClr>
                <a:schemeClr val="dk1"/>
              </a:buClr>
              <a:buSzPts val="1200"/>
              <a:buNone/>
              <a:defRPr sz="1200"/>
            </a:lvl9pPr>
          </a:lstStyle>
          <a:p/>
        </p:txBody>
      </p:sp>
      <p:sp>
        <p:nvSpPr>
          <p:cNvPr id="15" name="Google Shape;15;p32"/>
          <p:cNvSpPr/>
          <p:nvPr/>
        </p:nvSpPr>
        <p:spPr>
          <a:xfrm>
            <a:off x="251222" y="2927309"/>
            <a:ext cx="8642700" cy="135000"/>
          </a:xfrm>
          <a:prstGeom prst="rect">
            <a:avLst/>
          </a:prstGeom>
          <a:gradFill>
            <a:gsLst>
              <a:gs pos="0">
                <a:schemeClr val="accent2"/>
              </a:gs>
              <a:gs pos="50000">
                <a:schemeClr val="accent3"/>
              </a:gs>
              <a:gs pos="64600">
                <a:schemeClr val="accent3"/>
              </a:gs>
              <a:gs pos="100000">
                <a:schemeClr val="accent1"/>
              </a:gs>
            </a:gsLst>
            <a:lin ang="0" scaled="0"/>
          </a:gradFill>
          <a:ln>
            <a:noFill/>
          </a:ln>
        </p:spPr>
        <p:txBody>
          <a:bodyPr anchorCtr="0" anchor="t" bIns="54000" lIns="54000" spcFirstLastPara="1" rIns="54000" wrap="square" tIns="54000">
            <a:noAutofit/>
          </a:bodyPr>
          <a:lstStyle/>
          <a:p>
            <a:pPr indent="-127000" lvl="0" marL="203200" marR="0" rtl="0" algn="l">
              <a:lnSpc>
                <a:spcPct val="113000"/>
              </a:lnSpc>
              <a:spcBef>
                <a:spcPts val="0"/>
              </a:spcBef>
              <a:spcAft>
                <a:spcPts val="0"/>
              </a:spcAft>
              <a:buClr>
                <a:schemeClr val="dk1"/>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16" name="Google Shape;16;p32"/>
          <p:cNvSpPr txBox="1"/>
          <p:nvPr>
            <p:ph idx="2" type="body"/>
          </p:nvPr>
        </p:nvSpPr>
        <p:spPr>
          <a:xfrm>
            <a:off x="251222" y="4682132"/>
            <a:ext cx="6345000" cy="2001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900"/>
              </a:spcBef>
              <a:spcAft>
                <a:spcPts val="0"/>
              </a:spcAft>
              <a:buClr>
                <a:schemeClr val="dk1"/>
              </a:buClr>
              <a:buSzPts val="1200"/>
              <a:buFont typeface="Arial"/>
              <a:buNone/>
              <a:defRPr b="0" sz="1200" cap="none"/>
            </a:lvl1pPr>
            <a:lvl2pPr indent="-228600" lvl="1" marL="914400" algn="l">
              <a:lnSpc>
                <a:spcPct val="114000"/>
              </a:lnSpc>
              <a:spcBef>
                <a:spcPts val="500"/>
              </a:spcBef>
              <a:spcAft>
                <a:spcPts val="0"/>
              </a:spcAft>
              <a:buClr>
                <a:schemeClr val="dk1"/>
              </a:buClr>
              <a:buSzPts val="1200"/>
              <a:buFont typeface="Arial"/>
              <a:buNone/>
              <a:defRPr sz="1200" cap="none"/>
            </a:lvl2pPr>
            <a:lvl3pPr indent="-228600" lvl="2" marL="1371600" algn="l">
              <a:lnSpc>
                <a:spcPct val="114000"/>
              </a:lnSpc>
              <a:spcBef>
                <a:spcPts val="300"/>
              </a:spcBef>
              <a:spcAft>
                <a:spcPts val="0"/>
              </a:spcAft>
              <a:buClr>
                <a:schemeClr val="dk1"/>
              </a:buClr>
              <a:buSzPts val="1200"/>
              <a:buNone/>
              <a:defRPr sz="1200" cap="none"/>
            </a:lvl3pPr>
            <a:lvl4pPr indent="-228600" lvl="3" marL="1828800" algn="l">
              <a:lnSpc>
                <a:spcPct val="114000"/>
              </a:lnSpc>
              <a:spcBef>
                <a:spcPts val="200"/>
              </a:spcBef>
              <a:spcAft>
                <a:spcPts val="0"/>
              </a:spcAft>
              <a:buClr>
                <a:schemeClr val="dk1"/>
              </a:buClr>
              <a:buSzPts val="1200"/>
              <a:buNone/>
              <a:defRPr sz="1200" cap="none"/>
            </a:lvl4pPr>
            <a:lvl5pPr indent="-228600" lvl="4" marL="2286000" algn="l">
              <a:lnSpc>
                <a:spcPct val="114000"/>
              </a:lnSpc>
              <a:spcBef>
                <a:spcPts val="200"/>
              </a:spcBef>
              <a:spcAft>
                <a:spcPts val="0"/>
              </a:spcAft>
              <a:buClr>
                <a:schemeClr val="dk1"/>
              </a:buClr>
              <a:buSzPts val="1200"/>
              <a:buNone/>
              <a:defRPr sz="1200" cap="none"/>
            </a:lvl5pPr>
            <a:lvl6pPr indent="-317500" lvl="5" marL="2743200" algn="l">
              <a:lnSpc>
                <a:spcPct val="114000"/>
              </a:lnSpc>
              <a:spcBef>
                <a:spcPts val="0"/>
              </a:spcBef>
              <a:spcAft>
                <a:spcPts val="0"/>
              </a:spcAft>
              <a:buClr>
                <a:schemeClr val="dk1"/>
              </a:buClr>
              <a:buSzPts val="1400"/>
              <a:buChar char="•"/>
              <a:defRPr/>
            </a:lvl6pPr>
            <a:lvl7pPr indent="-317500" lvl="6" marL="3200400" algn="l">
              <a:lnSpc>
                <a:spcPct val="114000"/>
              </a:lnSpc>
              <a:spcBef>
                <a:spcPts val="0"/>
              </a:spcBef>
              <a:spcAft>
                <a:spcPts val="0"/>
              </a:spcAft>
              <a:buClr>
                <a:schemeClr val="dk1"/>
              </a:buClr>
              <a:buSzPts val="1400"/>
              <a:buChar char="•"/>
              <a:defRPr/>
            </a:lvl7pPr>
            <a:lvl8pPr indent="-317500" lvl="7" marL="3657600" algn="l">
              <a:lnSpc>
                <a:spcPct val="114000"/>
              </a:lnSpc>
              <a:spcBef>
                <a:spcPts val="0"/>
              </a:spcBef>
              <a:spcAft>
                <a:spcPts val="0"/>
              </a:spcAft>
              <a:buClr>
                <a:schemeClr val="dk1"/>
              </a:buClr>
              <a:buSzPts val="1400"/>
              <a:buChar char="•"/>
              <a:defRPr/>
            </a:lvl8pPr>
            <a:lvl9pPr indent="-317500" lvl="8" marL="4114800" algn="l">
              <a:lnSpc>
                <a:spcPct val="114000"/>
              </a:lnSpc>
              <a:spcBef>
                <a:spcPts val="0"/>
              </a:spcBef>
              <a:spcAft>
                <a:spcPts val="0"/>
              </a:spcAft>
              <a:buClr>
                <a:schemeClr val="dk1"/>
              </a:buClr>
              <a:buSzPts val="1400"/>
              <a:buChar char="•"/>
              <a:defRPr/>
            </a:lvl9pPr>
          </a:lstStyle>
          <a:p/>
        </p:txBody>
      </p:sp>
      <p:sp>
        <p:nvSpPr>
          <p:cNvPr id="17" name="Google Shape;17;p32"/>
          <p:cNvSpPr/>
          <p:nvPr/>
        </p:nvSpPr>
        <p:spPr>
          <a:xfrm>
            <a:off x="251250" y="250033"/>
            <a:ext cx="8642700" cy="2677200"/>
          </a:xfrm>
          <a:prstGeom prst="rect">
            <a:avLst/>
          </a:prstGeom>
          <a:solidFill>
            <a:srgbClr val="B4B4B4"/>
          </a:solidFill>
          <a:ln>
            <a:noFill/>
          </a:ln>
        </p:spPr>
        <p:txBody>
          <a:bodyPr anchorCtr="0" anchor="t" bIns="0" lIns="54000" spcFirstLastPara="1" rIns="0" wrap="square" tIns="54000">
            <a:noAutofit/>
          </a:bodyPr>
          <a:lstStyle/>
          <a:p>
            <a:pPr indent="0" lvl="0" marL="0" marR="0" rtl="0" algn="l">
              <a:lnSpc>
                <a:spcPct val="114000"/>
              </a:lnSpc>
              <a:spcBef>
                <a:spcPts val="90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pic>
        <p:nvPicPr>
          <p:cNvPr descr="https://lh6.googleusercontent.com/cdbpBLCH8QDlr_yD9lgrksZK3jx9dbdkuXOMhOSbOkZFTVigjyBpbhaG9LqHgHRZ8C8m6UxHSKskjB74o0g8_cMqFFO3d8RcDueahUgMC79V-K-gT8N-q8mSs5gWWngk5lzYR4iccCs" id="18" name="Google Shape;18;p32"/>
          <p:cNvPicPr preferRelativeResize="0"/>
          <p:nvPr/>
        </p:nvPicPr>
        <p:blipFill rotWithShape="1">
          <a:blip r:embed="rId2">
            <a:alphaModFix/>
          </a:blip>
          <a:srcRect b="0" l="0" r="0" t="0"/>
          <a:stretch/>
        </p:blipFill>
        <p:spPr>
          <a:xfrm>
            <a:off x="6874999" y="4522385"/>
            <a:ext cx="2148839" cy="420517"/>
          </a:xfrm>
          <a:prstGeom prst="rect">
            <a:avLst/>
          </a:prstGeom>
          <a:noFill/>
          <a:ln>
            <a:noFill/>
          </a:ln>
        </p:spPr>
      </p:pic>
    </p:spTree>
  </p:cSld>
  <p:clrMapOvr>
    <a:masterClrMapping/>
  </p:clrMapOvr>
  <p:extLst>
    <p:ext uri="{DCECCB84-F9BA-43D5-87BE-67443E8EF086}">
      <p15:sldGuideLst>
        <p15:guide id="1" orient="horz" pos="15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obj">
  <p:cSld name="OBJECT">
    <p:spTree>
      <p:nvGrpSpPr>
        <p:cNvPr id="19" name="Shape 19"/>
        <p:cNvGrpSpPr/>
        <p:nvPr/>
      </p:nvGrpSpPr>
      <p:grpSpPr>
        <a:xfrm>
          <a:off x="0" y="0"/>
          <a:ext cx="0" cy="0"/>
          <a:chOff x="0" y="0"/>
          <a:chExt cx="0" cy="0"/>
        </a:xfrm>
      </p:grpSpPr>
      <p:sp>
        <p:nvSpPr>
          <p:cNvPr id="20" name="Google Shape;20;p33"/>
          <p:cNvSpPr txBox="1"/>
          <p:nvPr>
            <p:ph type="title"/>
          </p:nvPr>
        </p:nvSpPr>
        <p:spPr>
          <a:xfrm>
            <a:off x="251222" y="216000"/>
            <a:ext cx="8641500" cy="2352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Clr>
                <a:schemeClr val="accen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 name="Google Shape;21;p33"/>
          <p:cNvSpPr txBox="1"/>
          <p:nvPr>
            <p:ph idx="1" type="body"/>
          </p:nvPr>
        </p:nvSpPr>
        <p:spPr>
          <a:xfrm>
            <a:off x="251222" y="925023"/>
            <a:ext cx="8641500" cy="37803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900"/>
              </a:spcBef>
              <a:spcAft>
                <a:spcPts val="0"/>
              </a:spcAft>
              <a:buClr>
                <a:schemeClr val="dk1"/>
              </a:buClr>
              <a:buSzPts val="1400"/>
              <a:buNone/>
              <a:defRPr/>
            </a:lvl1pPr>
            <a:lvl2pPr indent="-228600" lvl="1" marL="914400" algn="l">
              <a:lnSpc>
                <a:spcPct val="114000"/>
              </a:lnSpc>
              <a:spcBef>
                <a:spcPts val="500"/>
              </a:spcBef>
              <a:spcAft>
                <a:spcPts val="0"/>
              </a:spcAft>
              <a:buClr>
                <a:schemeClr val="dk1"/>
              </a:buClr>
              <a:buSzPts val="1400"/>
              <a:buNone/>
              <a:defRPr/>
            </a:lvl2pPr>
            <a:lvl3pPr indent="-317500" lvl="2" marL="1371600" algn="l">
              <a:lnSpc>
                <a:spcPct val="114000"/>
              </a:lnSpc>
              <a:spcBef>
                <a:spcPts val="300"/>
              </a:spcBef>
              <a:spcAft>
                <a:spcPts val="0"/>
              </a:spcAft>
              <a:buClr>
                <a:schemeClr val="dk1"/>
              </a:buClr>
              <a:buSzPts val="1400"/>
              <a:buChar char="•"/>
              <a:defRPr/>
            </a:lvl3pPr>
            <a:lvl4pPr indent="-317500" lvl="3" marL="1828800" algn="l">
              <a:lnSpc>
                <a:spcPct val="114000"/>
              </a:lnSpc>
              <a:spcBef>
                <a:spcPts val="200"/>
              </a:spcBef>
              <a:spcAft>
                <a:spcPts val="0"/>
              </a:spcAft>
              <a:buClr>
                <a:schemeClr val="dk1"/>
              </a:buClr>
              <a:buSzPts val="1400"/>
              <a:buChar char="•"/>
              <a:defRPr/>
            </a:lvl4pPr>
            <a:lvl5pPr indent="-317500" lvl="4" marL="2286000" algn="l">
              <a:lnSpc>
                <a:spcPct val="114000"/>
              </a:lnSpc>
              <a:spcBef>
                <a:spcPts val="200"/>
              </a:spcBef>
              <a:spcAft>
                <a:spcPts val="0"/>
              </a:spcAft>
              <a:buClr>
                <a:schemeClr val="dk1"/>
              </a:buClr>
              <a:buSzPts val="1400"/>
              <a:buChar char="•"/>
              <a:defRPr/>
            </a:lvl5pPr>
            <a:lvl6pPr indent="-317500" lvl="5" marL="2743200" algn="l">
              <a:lnSpc>
                <a:spcPct val="114000"/>
              </a:lnSpc>
              <a:spcBef>
                <a:spcPts val="0"/>
              </a:spcBef>
              <a:spcAft>
                <a:spcPts val="0"/>
              </a:spcAft>
              <a:buClr>
                <a:schemeClr val="dk1"/>
              </a:buClr>
              <a:buSzPts val="1400"/>
              <a:buChar char="•"/>
              <a:defRPr/>
            </a:lvl6pPr>
            <a:lvl7pPr indent="-317500" lvl="6" marL="3200400" algn="l">
              <a:lnSpc>
                <a:spcPct val="114000"/>
              </a:lnSpc>
              <a:spcBef>
                <a:spcPts val="0"/>
              </a:spcBef>
              <a:spcAft>
                <a:spcPts val="0"/>
              </a:spcAft>
              <a:buClr>
                <a:schemeClr val="dk1"/>
              </a:buClr>
              <a:buSzPts val="1400"/>
              <a:buChar char="•"/>
              <a:defRPr/>
            </a:lvl7pPr>
            <a:lvl8pPr indent="-317500" lvl="7" marL="3657600" algn="l">
              <a:lnSpc>
                <a:spcPct val="114000"/>
              </a:lnSpc>
              <a:spcBef>
                <a:spcPts val="0"/>
              </a:spcBef>
              <a:spcAft>
                <a:spcPts val="0"/>
              </a:spcAft>
              <a:buClr>
                <a:schemeClr val="dk1"/>
              </a:buClr>
              <a:buSzPts val="1400"/>
              <a:buChar char="•"/>
              <a:defRPr/>
            </a:lvl8pPr>
            <a:lvl9pPr indent="-317500" lvl="8" marL="4114800" algn="l">
              <a:lnSpc>
                <a:spcPct val="114000"/>
              </a:lnSpc>
              <a:spcBef>
                <a:spcPts val="0"/>
              </a:spcBef>
              <a:spcAft>
                <a:spcPts val="0"/>
              </a:spcAft>
              <a:buClr>
                <a:schemeClr val="dk1"/>
              </a:buClr>
              <a:buSzPts val="1400"/>
              <a:buChar char="•"/>
              <a:defRPr/>
            </a:lvl9pPr>
          </a:lstStyle>
          <a:p/>
        </p:txBody>
      </p:sp>
      <p:sp>
        <p:nvSpPr>
          <p:cNvPr id="22" name="Google Shape;22;p33"/>
          <p:cNvSpPr txBox="1"/>
          <p:nvPr>
            <p:ph idx="11" type="ftr"/>
          </p:nvPr>
        </p:nvSpPr>
        <p:spPr>
          <a:xfrm>
            <a:off x="467888" y="4814100"/>
            <a:ext cx="7425000" cy="1155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23" name="Google Shape;23;p33"/>
          <p:cNvSpPr txBox="1"/>
          <p:nvPr>
            <p:ph idx="12" type="sldNum"/>
          </p:nvPr>
        </p:nvSpPr>
        <p:spPr>
          <a:xfrm>
            <a:off x="251222" y="4814100"/>
            <a:ext cx="216600" cy="1155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36"/>
          <p:cNvSpPr txBox="1"/>
          <p:nvPr>
            <p:ph type="title"/>
          </p:nvPr>
        </p:nvSpPr>
        <p:spPr>
          <a:xfrm>
            <a:off x="251222" y="216000"/>
            <a:ext cx="8641500" cy="2352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Clr>
                <a:schemeClr val="accen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 name="Google Shape;26;p36"/>
          <p:cNvSpPr txBox="1"/>
          <p:nvPr>
            <p:ph idx="12" type="sldNum"/>
          </p:nvPr>
        </p:nvSpPr>
        <p:spPr>
          <a:xfrm>
            <a:off x="250031" y="4795285"/>
            <a:ext cx="216600" cy="1155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wo columns)" type="twoObj">
  <p:cSld name="TWO_OBJECTS">
    <p:spTree>
      <p:nvGrpSpPr>
        <p:cNvPr id="27" name="Shape 27"/>
        <p:cNvGrpSpPr/>
        <p:nvPr/>
      </p:nvGrpSpPr>
      <p:grpSpPr>
        <a:xfrm>
          <a:off x="0" y="0"/>
          <a:ext cx="0" cy="0"/>
          <a:chOff x="0" y="0"/>
          <a:chExt cx="0" cy="0"/>
        </a:xfrm>
      </p:grpSpPr>
      <p:sp>
        <p:nvSpPr>
          <p:cNvPr id="28" name="Google Shape;28;p37"/>
          <p:cNvSpPr txBox="1"/>
          <p:nvPr>
            <p:ph type="title"/>
          </p:nvPr>
        </p:nvSpPr>
        <p:spPr>
          <a:xfrm>
            <a:off x="251222" y="216000"/>
            <a:ext cx="8641500" cy="2352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Clr>
                <a:schemeClr val="accen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9" name="Google Shape;29;p37"/>
          <p:cNvSpPr txBox="1"/>
          <p:nvPr>
            <p:ph idx="1" type="body"/>
          </p:nvPr>
        </p:nvSpPr>
        <p:spPr>
          <a:xfrm>
            <a:off x="251222" y="925116"/>
            <a:ext cx="4212600" cy="37803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900"/>
              </a:spcBef>
              <a:spcAft>
                <a:spcPts val="0"/>
              </a:spcAft>
              <a:buClr>
                <a:schemeClr val="dk1"/>
              </a:buClr>
              <a:buSzPts val="1400"/>
              <a:buNone/>
              <a:defRPr/>
            </a:lvl1pPr>
            <a:lvl2pPr indent="-228600" lvl="1" marL="914400" algn="l">
              <a:lnSpc>
                <a:spcPct val="114000"/>
              </a:lnSpc>
              <a:spcBef>
                <a:spcPts val="500"/>
              </a:spcBef>
              <a:spcAft>
                <a:spcPts val="0"/>
              </a:spcAft>
              <a:buClr>
                <a:schemeClr val="dk1"/>
              </a:buClr>
              <a:buSzPts val="1400"/>
              <a:buNone/>
              <a:defRPr/>
            </a:lvl2pPr>
            <a:lvl3pPr indent="-317500" lvl="2" marL="1371600" algn="l">
              <a:lnSpc>
                <a:spcPct val="114000"/>
              </a:lnSpc>
              <a:spcBef>
                <a:spcPts val="300"/>
              </a:spcBef>
              <a:spcAft>
                <a:spcPts val="0"/>
              </a:spcAft>
              <a:buClr>
                <a:schemeClr val="dk1"/>
              </a:buClr>
              <a:buSzPts val="1400"/>
              <a:buChar char="•"/>
              <a:defRPr/>
            </a:lvl3pPr>
            <a:lvl4pPr indent="-317500" lvl="3" marL="1828800" algn="l">
              <a:lnSpc>
                <a:spcPct val="114000"/>
              </a:lnSpc>
              <a:spcBef>
                <a:spcPts val="200"/>
              </a:spcBef>
              <a:spcAft>
                <a:spcPts val="0"/>
              </a:spcAft>
              <a:buClr>
                <a:schemeClr val="dk1"/>
              </a:buClr>
              <a:buSzPts val="1400"/>
              <a:buChar char="•"/>
              <a:defRPr/>
            </a:lvl4pPr>
            <a:lvl5pPr indent="-317500" lvl="4" marL="2286000" algn="l">
              <a:lnSpc>
                <a:spcPct val="114000"/>
              </a:lnSpc>
              <a:spcBef>
                <a:spcPts val="200"/>
              </a:spcBef>
              <a:spcAft>
                <a:spcPts val="0"/>
              </a:spcAft>
              <a:buClr>
                <a:schemeClr val="dk1"/>
              </a:buClr>
              <a:buSzPts val="1400"/>
              <a:buChar char="•"/>
              <a:defRPr/>
            </a:lvl5pPr>
            <a:lvl6pPr indent="-317500" lvl="5" marL="2743200" algn="l">
              <a:lnSpc>
                <a:spcPct val="114000"/>
              </a:lnSpc>
              <a:spcBef>
                <a:spcPts val="0"/>
              </a:spcBef>
              <a:spcAft>
                <a:spcPts val="0"/>
              </a:spcAft>
              <a:buClr>
                <a:schemeClr val="dk1"/>
              </a:buClr>
              <a:buSzPts val="1400"/>
              <a:buChar char="•"/>
              <a:defRPr/>
            </a:lvl6pPr>
            <a:lvl7pPr indent="-317500" lvl="6" marL="3200400" algn="l">
              <a:lnSpc>
                <a:spcPct val="114000"/>
              </a:lnSpc>
              <a:spcBef>
                <a:spcPts val="0"/>
              </a:spcBef>
              <a:spcAft>
                <a:spcPts val="0"/>
              </a:spcAft>
              <a:buClr>
                <a:schemeClr val="dk1"/>
              </a:buClr>
              <a:buSzPts val="1400"/>
              <a:buChar char="•"/>
              <a:defRPr/>
            </a:lvl7pPr>
            <a:lvl8pPr indent="-317500" lvl="7" marL="3657600" algn="l">
              <a:lnSpc>
                <a:spcPct val="114000"/>
              </a:lnSpc>
              <a:spcBef>
                <a:spcPts val="0"/>
              </a:spcBef>
              <a:spcAft>
                <a:spcPts val="0"/>
              </a:spcAft>
              <a:buClr>
                <a:schemeClr val="dk1"/>
              </a:buClr>
              <a:buSzPts val="1400"/>
              <a:buChar char="•"/>
              <a:defRPr/>
            </a:lvl8pPr>
            <a:lvl9pPr indent="-317500" lvl="8" marL="4114800" algn="l">
              <a:lnSpc>
                <a:spcPct val="114000"/>
              </a:lnSpc>
              <a:spcBef>
                <a:spcPts val="0"/>
              </a:spcBef>
              <a:spcAft>
                <a:spcPts val="0"/>
              </a:spcAft>
              <a:buClr>
                <a:schemeClr val="dk1"/>
              </a:buClr>
              <a:buSzPts val="1400"/>
              <a:buChar char="•"/>
              <a:defRPr/>
            </a:lvl9pPr>
          </a:lstStyle>
          <a:p/>
        </p:txBody>
      </p:sp>
      <p:sp>
        <p:nvSpPr>
          <p:cNvPr id="30" name="Google Shape;30;p37"/>
          <p:cNvSpPr txBox="1"/>
          <p:nvPr>
            <p:ph idx="2" type="body"/>
          </p:nvPr>
        </p:nvSpPr>
        <p:spPr>
          <a:xfrm>
            <a:off x="4680347" y="925116"/>
            <a:ext cx="4212600" cy="37803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900"/>
              </a:spcBef>
              <a:spcAft>
                <a:spcPts val="0"/>
              </a:spcAft>
              <a:buClr>
                <a:schemeClr val="dk1"/>
              </a:buClr>
              <a:buSzPts val="1400"/>
              <a:buNone/>
              <a:defRPr/>
            </a:lvl1pPr>
            <a:lvl2pPr indent="-228600" lvl="1" marL="914400" algn="l">
              <a:lnSpc>
                <a:spcPct val="114000"/>
              </a:lnSpc>
              <a:spcBef>
                <a:spcPts val="500"/>
              </a:spcBef>
              <a:spcAft>
                <a:spcPts val="0"/>
              </a:spcAft>
              <a:buClr>
                <a:schemeClr val="dk1"/>
              </a:buClr>
              <a:buSzPts val="1400"/>
              <a:buNone/>
              <a:defRPr/>
            </a:lvl2pPr>
            <a:lvl3pPr indent="-317500" lvl="2" marL="1371600" algn="l">
              <a:lnSpc>
                <a:spcPct val="114000"/>
              </a:lnSpc>
              <a:spcBef>
                <a:spcPts val="300"/>
              </a:spcBef>
              <a:spcAft>
                <a:spcPts val="0"/>
              </a:spcAft>
              <a:buClr>
                <a:schemeClr val="dk1"/>
              </a:buClr>
              <a:buSzPts val="1400"/>
              <a:buChar char="•"/>
              <a:defRPr/>
            </a:lvl3pPr>
            <a:lvl4pPr indent="-317500" lvl="3" marL="1828800" algn="l">
              <a:lnSpc>
                <a:spcPct val="114000"/>
              </a:lnSpc>
              <a:spcBef>
                <a:spcPts val="200"/>
              </a:spcBef>
              <a:spcAft>
                <a:spcPts val="0"/>
              </a:spcAft>
              <a:buClr>
                <a:schemeClr val="dk1"/>
              </a:buClr>
              <a:buSzPts val="1400"/>
              <a:buChar char="•"/>
              <a:defRPr/>
            </a:lvl4pPr>
            <a:lvl5pPr indent="-317500" lvl="4" marL="2286000" algn="l">
              <a:lnSpc>
                <a:spcPct val="114000"/>
              </a:lnSpc>
              <a:spcBef>
                <a:spcPts val="200"/>
              </a:spcBef>
              <a:spcAft>
                <a:spcPts val="0"/>
              </a:spcAft>
              <a:buClr>
                <a:schemeClr val="dk1"/>
              </a:buClr>
              <a:buSzPts val="1400"/>
              <a:buChar char="•"/>
              <a:defRPr/>
            </a:lvl5pPr>
            <a:lvl6pPr indent="-317500" lvl="5" marL="2743200" algn="l">
              <a:lnSpc>
                <a:spcPct val="114000"/>
              </a:lnSpc>
              <a:spcBef>
                <a:spcPts val="0"/>
              </a:spcBef>
              <a:spcAft>
                <a:spcPts val="0"/>
              </a:spcAft>
              <a:buClr>
                <a:schemeClr val="dk1"/>
              </a:buClr>
              <a:buSzPts val="1400"/>
              <a:buChar char="•"/>
              <a:defRPr/>
            </a:lvl6pPr>
            <a:lvl7pPr indent="-317500" lvl="6" marL="3200400" algn="l">
              <a:lnSpc>
                <a:spcPct val="114000"/>
              </a:lnSpc>
              <a:spcBef>
                <a:spcPts val="0"/>
              </a:spcBef>
              <a:spcAft>
                <a:spcPts val="0"/>
              </a:spcAft>
              <a:buClr>
                <a:schemeClr val="dk1"/>
              </a:buClr>
              <a:buSzPts val="1400"/>
              <a:buChar char="•"/>
              <a:defRPr/>
            </a:lvl7pPr>
            <a:lvl8pPr indent="-317500" lvl="7" marL="3657600" algn="l">
              <a:lnSpc>
                <a:spcPct val="114000"/>
              </a:lnSpc>
              <a:spcBef>
                <a:spcPts val="0"/>
              </a:spcBef>
              <a:spcAft>
                <a:spcPts val="0"/>
              </a:spcAft>
              <a:buClr>
                <a:schemeClr val="dk1"/>
              </a:buClr>
              <a:buSzPts val="1400"/>
              <a:buChar char="•"/>
              <a:defRPr/>
            </a:lvl8pPr>
            <a:lvl9pPr indent="-317500" lvl="8" marL="4114800" algn="l">
              <a:lnSpc>
                <a:spcPct val="114000"/>
              </a:lnSpc>
              <a:spcBef>
                <a:spcPts val="0"/>
              </a:spcBef>
              <a:spcAft>
                <a:spcPts val="0"/>
              </a:spcAft>
              <a:buClr>
                <a:schemeClr val="dk1"/>
              </a:buClr>
              <a:buSzPts val="1400"/>
              <a:buChar char="•"/>
              <a:defRPr/>
            </a:lvl9pPr>
          </a:lstStyle>
          <a:p/>
        </p:txBody>
      </p:sp>
      <p:sp>
        <p:nvSpPr>
          <p:cNvPr id="31" name="Google Shape;31;p37"/>
          <p:cNvSpPr txBox="1"/>
          <p:nvPr>
            <p:ph idx="12" type="sldNum"/>
          </p:nvPr>
        </p:nvSpPr>
        <p:spPr>
          <a:xfrm>
            <a:off x="250031" y="4795285"/>
            <a:ext cx="216600" cy="1155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CO"/>
              <a:t>‹#›</a:t>
            </a:fld>
            <a:endParaRPr/>
          </a:p>
        </p:txBody>
      </p:sp>
    </p:spTree>
  </p:cSld>
  <p:clrMapOvr>
    <a:masterClrMapping/>
  </p:clrMapOvr>
  <p:extLst>
    <p:ext uri="{DCECCB84-F9BA-43D5-87BE-67443E8EF086}">
      <p15:sldGuideLst>
        <p15:guide id="1" pos="2812">
          <p15:clr>
            <a:srgbClr val="FBAE40"/>
          </p15:clr>
        </p15:guide>
        <p15:guide id="2" pos="29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Image">
  <p:cSld name="Title, Text and Image">
    <p:spTree>
      <p:nvGrpSpPr>
        <p:cNvPr id="32" name="Shape 32"/>
        <p:cNvGrpSpPr/>
        <p:nvPr/>
      </p:nvGrpSpPr>
      <p:grpSpPr>
        <a:xfrm>
          <a:off x="0" y="0"/>
          <a:ext cx="0" cy="0"/>
          <a:chOff x="0" y="0"/>
          <a:chExt cx="0" cy="0"/>
        </a:xfrm>
      </p:grpSpPr>
      <p:sp>
        <p:nvSpPr>
          <p:cNvPr id="33" name="Google Shape;33;p38"/>
          <p:cNvSpPr txBox="1"/>
          <p:nvPr>
            <p:ph type="title"/>
          </p:nvPr>
        </p:nvSpPr>
        <p:spPr>
          <a:xfrm>
            <a:off x="251222" y="216000"/>
            <a:ext cx="8641500" cy="2352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Clr>
                <a:schemeClr val="accen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 name="Google Shape;34;p38"/>
          <p:cNvSpPr txBox="1"/>
          <p:nvPr>
            <p:ph idx="1" type="body"/>
          </p:nvPr>
        </p:nvSpPr>
        <p:spPr>
          <a:xfrm>
            <a:off x="251222" y="925116"/>
            <a:ext cx="4942500" cy="37803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900"/>
              </a:spcBef>
              <a:spcAft>
                <a:spcPts val="0"/>
              </a:spcAft>
              <a:buClr>
                <a:schemeClr val="dk1"/>
              </a:buClr>
              <a:buSzPts val="1400"/>
              <a:buNone/>
              <a:defRPr/>
            </a:lvl1pPr>
            <a:lvl2pPr indent="-228600" lvl="1" marL="914400" algn="l">
              <a:lnSpc>
                <a:spcPct val="114000"/>
              </a:lnSpc>
              <a:spcBef>
                <a:spcPts val="500"/>
              </a:spcBef>
              <a:spcAft>
                <a:spcPts val="0"/>
              </a:spcAft>
              <a:buClr>
                <a:schemeClr val="dk1"/>
              </a:buClr>
              <a:buSzPts val="1400"/>
              <a:buNone/>
              <a:defRPr/>
            </a:lvl2pPr>
            <a:lvl3pPr indent="-317500" lvl="2" marL="1371600" algn="l">
              <a:lnSpc>
                <a:spcPct val="114000"/>
              </a:lnSpc>
              <a:spcBef>
                <a:spcPts val="300"/>
              </a:spcBef>
              <a:spcAft>
                <a:spcPts val="0"/>
              </a:spcAft>
              <a:buClr>
                <a:schemeClr val="dk1"/>
              </a:buClr>
              <a:buSzPts val="1400"/>
              <a:buChar char="•"/>
              <a:defRPr/>
            </a:lvl3pPr>
            <a:lvl4pPr indent="-317500" lvl="3" marL="1828800" algn="l">
              <a:lnSpc>
                <a:spcPct val="114000"/>
              </a:lnSpc>
              <a:spcBef>
                <a:spcPts val="200"/>
              </a:spcBef>
              <a:spcAft>
                <a:spcPts val="0"/>
              </a:spcAft>
              <a:buClr>
                <a:schemeClr val="dk1"/>
              </a:buClr>
              <a:buSzPts val="1400"/>
              <a:buChar char="•"/>
              <a:defRPr/>
            </a:lvl4pPr>
            <a:lvl5pPr indent="-317500" lvl="4" marL="2286000" algn="l">
              <a:lnSpc>
                <a:spcPct val="114000"/>
              </a:lnSpc>
              <a:spcBef>
                <a:spcPts val="200"/>
              </a:spcBef>
              <a:spcAft>
                <a:spcPts val="0"/>
              </a:spcAft>
              <a:buClr>
                <a:schemeClr val="dk1"/>
              </a:buClr>
              <a:buSzPts val="1400"/>
              <a:buChar char="•"/>
              <a:defRPr/>
            </a:lvl5pPr>
            <a:lvl6pPr indent="-317500" lvl="5" marL="2743200" algn="l">
              <a:lnSpc>
                <a:spcPct val="114000"/>
              </a:lnSpc>
              <a:spcBef>
                <a:spcPts val="0"/>
              </a:spcBef>
              <a:spcAft>
                <a:spcPts val="0"/>
              </a:spcAft>
              <a:buClr>
                <a:schemeClr val="dk1"/>
              </a:buClr>
              <a:buSzPts val="1400"/>
              <a:buChar char="•"/>
              <a:defRPr/>
            </a:lvl6pPr>
            <a:lvl7pPr indent="-317500" lvl="6" marL="3200400" algn="l">
              <a:lnSpc>
                <a:spcPct val="114000"/>
              </a:lnSpc>
              <a:spcBef>
                <a:spcPts val="0"/>
              </a:spcBef>
              <a:spcAft>
                <a:spcPts val="0"/>
              </a:spcAft>
              <a:buClr>
                <a:schemeClr val="dk1"/>
              </a:buClr>
              <a:buSzPts val="1400"/>
              <a:buChar char="•"/>
              <a:defRPr/>
            </a:lvl7pPr>
            <a:lvl8pPr indent="-317500" lvl="7" marL="3657600" algn="l">
              <a:lnSpc>
                <a:spcPct val="114000"/>
              </a:lnSpc>
              <a:spcBef>
                <a:spcPts val="0"/>
              </a:spcBef>
              <a:spcAft>
                <a:spcPts val="0"/>
              </a:spcAft>
              <a:buClr>
                <a:schemeClr val="dk1"/>
              </a:buClr>
              <a:buSzPts val="1400"/>
              <a:buChar char="•"/>
              <a:defRPr/>
            </a:lvl8pPr>
            <a:lvl9pPr indent="-317500" lvl="8" marL="4114800" algn="l">
              <a:lnSpc>
                <a:spcPct val="114000"/>
              </a:lnSpc>
              <a:spcBef>
                <a:spcPts val="0"/>
              </a:spcBef>
              <a:spcAft>
                <a:spcPts val="0"/>
              </a:spcAft>
              <a:buClr>
                <a:schemeClr val="dk1"/>
              </a:buClr>
              <a:buSzPts val="1400"/>
              <a:buChar char="•"/>
              <a:defRPr/>
            </a:lvl9pPr>
          </a:lstStyle>
          <a:p/>
        </p:txBody>
      </p:sp>
      <p:sp>
        <p:nvSpPr>
          <p:cNvPr id="35" name="Google Shape;35;p38"/>
          <p:cNvSpPr txBox="1"/>
          <p:nvPr>
            <p:ph idx="12" type="sldNum"/>
          </p:nvPr>
        </p:nvSpPr>
        <p:spPr>
          <a:xfrm>
            <a:off x="250031" y="4795285"/>
            <a:ext cx="216600" cy="1155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CO"/>
              <a:t>‹#›</a:t>
            </a:fld>
            <a:endParaRPr/>
          </a:p>
        </p:txBody>
      </p:sp>
      <p:sp>
        <p:nvSpPr>
          <p:cNvPr id="36" name="Google Shape;36;p38"/>
          <p:cNvSpPr/>
          <p:nvPr>
            <p:ph idx="2" type="pic"/>
          </p:nvPr>
        </p:nvSpPr>
        <p:spPr>
          <a:xfrm>
            <a:off x="5409093" y="925116"/>
            <a:ext cx="3483600" cy="3780300"/>
          </a:xfrm>
          <a:prstGeom prst="rect">
            <a:avLst/>
          </a:prstGeom>
          <a:solidFill>
            <a:schemeClr val="accent5"/>
          </a:solidFill>
          <a:ln>
            <a:noFill/>
          </a:ln>
        </p:spPr>
      </p:sp>
    </p:spTree>
  </p:cSld>
  <p:clrMapOvr>
    <a:masterClrMapping/>
  </p:clrMapOvr>
  <p:extLst>
    <p:ext uri="{DCECCB84-F9BA-43D5-87BE-67443E8EF086}">
      <p15:sldGuideLst>
        <p15:guide id="1" pos="3271">
          <p15:clr>
            <a:srgbClr val="FBAE40"/>
          </p15:clr>
        </p15:guide>
        <p15:guide id="2" pos="3407">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Divider 02" showMasterSp="0">
  <p:cSld name="Chapter Divider 02">
    <p:bg>
      <p:bgPr>
        <a:solidFill>
          <a:schemeClr val="accent3"/>
        </a:solidFill>
      </p:bgPr>
    </p:bg>
    <p:spTree>
      <p:nvGrpSpPr>
        <p:cNvPr id="37" name="Shape 37"/>
        <p:cNvGrpSpPr/>
        <p:nvPr/>
      </p:nvGrpSpPr>
      <p:grpSpPr>
        <a:xfrm>
          <a:off x="0" y="0"/>
          <a:ext cx="0" cy="0"/>
          <a:chOff x="0" y="0"/>
          <a:chExt cx="0" cy="0"/>
        </a:xfrm>
      </p:grpSpPr>
      <p:sp>
        <p:nvSpPr>
          <p:cNvPr id="38" name="Google Shape;38;p39"/>
          <p:cNvSpPr txBox="1"/>
          <p:nvPr>
            <p:ph type="title"/>
          </p:nvPr>
        </p:nvSpPr>
        <p:spPr>
          <a:xfrm>
            <a:off x="251222" y="1741349"/>
            <a:ext cx="4105500" cy="1662000"/>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9" name="Google Shape;39;p39"/>
          <p:cNvSpPr/>
          <p:nvPr>
            <p:ph idx="2" type="pic"/>
          </p:nvPr>
        </p:nvSpPr>
        <p:spPr>
          <a:xfrm>
            <a:off x="4572000" y="251222"/>
            <a:ext cx="4320600" cy="4642200"/>
          </a:xfrm>
          <a:prstGeom prst="rect">
            <a:avLst/>
          </a:prstGeom>
          <a:solidFill>
            <a:schemeClr val="lt1"/>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Divider 03" showMasterSp="0">
  <p:cSld name="Chapter Divider 03">
    <p:bg>
      <p:bgPr>
        <a:solidFill>
          <a:schemeClr val="accent2"/>
        </a:solidFill>
      </p:bgPr>
    </p:bg>
    <p:spTree>
      <p:nvGrpSpPr>
        <p:cNvPr id="40" name="Shape 40"/>
        <p:cNvGrpSpPr/>
        <p:nvPr/>
      </p:nvGrpSpPr>
      <p:grpSpPr>
        <a:xfrm>
          <a:off x="0" y="0"/>
          <a:ext cx="0" cy="0"/>
          <a:chOff x="0" y="0"/>
          <a:chExt cx="0" cy="0"/>
        </a:xfrm>
      </p:grpSpPr>
      <p:sp>
        <p:nvSpPr>
          <p:cNvPr id="41" name="Google Shape;41;p40"/>
          <p:cNvSpPr txBox="1"/>
          <p:nvPr>
            <p:ph type="title"/>
          </p:nvPr>
        </p:nvSpPr>
        <p:spPr>
          <a:xfrm>
            <a:off x="251222" y="1741349"/>
            <a:ext cx="4105500" cy="1662000"/>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2" name="Google Shape;42;p40"/>
          <p:cNvSpPr/>
          <p:nvPr>
            <p:ph idx="2" type="pic"/>
          </p:nvPr>
        </p:nvSpPr>
        <p:spPr>
          <a:xfrm>
            <a:off x="4572000" y="251222"/>
            <a:ext cx="4320600" cy="4642200"/>
          </a:xfrm>
          <a:prstGeom prst="rect">
            <a:avLst/>
          </a:prstGeom>
          <a:solidFill>
            <a:schemeClr val="lt1"/>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go" showMasterSp="0" type="blank">
  <p:cSld name="BLANK">
    <p:spTree>
      <p:nvGrpSpPr>
        <p:cNvPr id="43" name="Shape 43"/>
        <p:cNvGrpSpPr/>
        <p:nvPr/>
      </p:nvGrpSpPr>
      <p:grpSpPr>
        <a:xfrm>
          <a:off x="0" y="0"/>
          <a:ext cx="0" cy="0"/>
          <a:chOff x="0" y="0"/>
          <a:chExt cx="0" cy="0"/>
        </a:xfrm>
      </p:grpSpPr>
      <p:pic>
        <p:nvPicPr>
          <p:cNvPr id="44" name="Google Shape;44;p41"/>
          <p:cNvPicPr preferRelativeResize="0"/>
          <p:nvPr/>
        </p:nvPicPr>
        <p:blipFill rotWithShape="1">
          <a:blip r:embed="rId2">
            <a:alphaModFix/>
          </a:blip>
          <a:srcRect b="0" l="0" r="0" t="0"/>
          <a:stretch/>
        </p:blipFill>
        <p:spPr>
          <a:xfrm>
            <a:off x="1280127" y="1815666"/>
            <a:ext cx="6583750" cy="151216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Divider 01" showMasterSp="0">
  <p:cSld name="Chapter Divider 01">
    <p:spTree>
      <p:nvGrpSpPr>
        <p:cNvPr id="45" name="Shape 45"/>
        <p:cNvGrpSpPr/>
        <p:nvPr/>
      </p:nvGrpSpPr>
      <p:grpSpPr>
        <a:xfrm>
          <a:off x="0" y="0"/>
          <a:ext cx="0" cy="0"/>
          <a:chOff x="0" y="0"/>
          <a:chExt cx="0" cy="0"/>
        </a:xfrm>
      </p:grpSpPr>
      <p:sp>
        <p:nvSpPr>
          <p:cNvPr id="46" name="Google Shape;46;p42"/>
          <p:cNvSpPr txBox="1"/>
          <p:nvPr>
            <p:ph type="title"/>
          </p:nvPr>
        </p:nvSpPr>
        <p:spPr>
          <a:xfrm>
            <a:off x="251222" y="1741349"/>
            <a:ext cx="4105500" cy="1662000"/>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accent1"/>
              </a:buClr>
              <a:buSzPts val="3600"/>
              <a:buFont typeface="Arial"/>
              <a:buNone/>
              <a:defRPr sz="36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7" name="Google Shape;47;p42"/>
          <p:cNvSpPr/>
          <p:nvPr>
            <p:ph idx="2" type="pic"/>
          </p:nvPr>
        </p:nvSpPr>
        <p:spPr>
          <a:xfrm>
            <a:off x="4572000" y="251222"/>
            <a:ext cx="4320600" cy="4642200"/>
          </a:xfrm>
          <a:prstGeom prst="rect">
            <a:avLst/>
          </a:prstGeom>
          <a:solidFill>
            <a:schemeClr val="accent5"/>
          </a:solid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without dividing line)" showMasterSp="0">
  <p:cSld name="Title only (without dividing line)">
    <p:spTree>
      <p:nvGrpSpPr>
        <p:cNvPr id="48" name="Shape 48"/>
        <p:cNvGrpSpPr/>
        <p:nvPr/>
      </p:nvGrpSpPr>
      <p:grpSpPr>
        <a:xfrm>
          <a:off x="0" y="0"/>
          <a:ext cx="0" cy="0"/>
          <a:chOff x="0" y="0"/>
          <a:chExt cx="0" cy="0"/>
        </a:xfrm>
      </p:grpSpPr>
      <p:sp>
        <p:nvSpPr>
          <p:cNvPr id="49" name="Google Shape;49;p43"/>
          <p:cNvSpPr txBox="1"/>
          <p:nvPr>
            <p:ph type="title"/>
          </p:nvPr>
        </p:nvSpPr>
        <p:spPr>
          <a:xfrm>
            <a:off x="251222" y="216000"/>
            <a:ext cx="8641500" cy="2352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Clr>
                <a:schemeClr val="accen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0" name="Google Shape;50;p43"/>
          <p:cNvSpPr txBox="1"/>
          <p:nvPr>
            <p:ph idx="12" type="sldNum"/>
          </p:nvPr>
        </p:nvSpPr>
        <p:spPr>
          <a:xfrm>
            <a:off x="250031" y="4795285"/>
            <a:ext cx="216600" cy="1155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CO"/>
              <a:t>‹#›</a:t>
            </a:fld>
            <a:endParaRPr/>
          </a:p>
        </p:txBody>
      </p:sp>
      <p:sp>
        <p:nvSpPr>
          <p:cNvPr id="51" name="Google Shape;51;p43"/>
          <p:cNvSpPr/>
          <p:nvPr/>
        </p:nvSpPr>
        <p:spPr>
          <a:xfrm>
            <a:off x="0" y="5000670"/>
            <a:ext cx="9144000" cy="142800"/>
          </a:xfrm>
          <a:prstGeom prst="rect">
            <a:avLst/>
          </a:prstGeom>
          <a:gradFill>
            <a:gsLst>
              <a:gs pos="0">
                <a:schemeClr val="accent2"/>
              </a:gs>
              <a:gs pos="50000">
                <a:schemeClr val="accent3"/>
              </a:gs>
              <a:gs pos="64600">
                <a:schemeClr val="accent3"/>
              </a:gs>
              <a:gs pos="100000">
                <a:schemeClr val="accent1"/>
              </a:gs>
            </a:gsLst>
            <a:lin ang="0" scaled="0"/>
          </a:gradFill>
          <a:ln>
            <a:noFill/>
          </a:ln>
        </p:spPr>
        <p:txBody>
          <a:bodyPr anchorCtr="0" anchor="t" bIns="54000" lIns="54000" spcFirstLastPara="1" rIns="54000" wrap="square" tIns="54000">
            <a:noAutofit/>
          </a:bodyPr>
          <a:lstStyle/>
          <a:p>
            <a:pPr indent="-127000" lvl="0" marL="203200" marR="0" rtl="0" algn="l">
              <a:lnSpc>
                <a:spcPct val="113000"/>
              </a:lnSpc>
              <a:spcBef>
                <a:spcPts val="0"/>
              </a:spcBef>
              <a:spcAft>
                <a:spcPts val="0"/>
              </a:spcAft>
              <a:buClr>
                <a:schemeClr val="dk1"/>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52" name="Google Shape;52;p43"/>
          <p:cNvSpPr txBox="1"/>
          <p:nvPr/>
        </p:nvSpPr>
        <p:spPr>
          <a:xfrm>
            <a:off x="383766" y="4725985"/>
            <a:ext cx="5183700" cy="2541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800"/>
              <a:buFont typeface="Arial"/>
              <a:buNone/>
            </a:pPr>
            <a:r>
              <a:rPr b="0" i="0" lang="es-CO" sz="800" u="none" cap="none" strike="noStrike">
                <a:solidFill>
                  <a:schemeClr val="dk1"/>
                </a:solidFill>
                <a:latin typeface="Arial"/>
                <a:ea typeface="Arial"/>
                <a:cs typeface="Arial"/>
                <a:sym typeface="Arial"/>
              </a:rPr>
              <a:t>|  </a:t>
            </a:r>
            <a:r>
              <a:rPr b="0" i="0" lang="es-CO" sz="800" u="none" cap="none" strike="noStrike">
                <a:solidFill>
                  <a:srgbClr val="000000"/>
                </a:solidFill>
                <a:latin typeface="Arial"/>
                <a:ea typeface="Arial"/>
                <a:cs typeface="Arial"/>
                <a:sym typeface="Arial"/>
              </a:rPr>
              <a:t>Title Slide, 2021 | Footer information | Copyright</a:t>
            </a:r>
            <a:endParaRPr b="0" i="0" sz="800" u="none" cap="none" strike="noStrike">
              <a:solidFill>
                <a:schemeClr val="dk1"/>
              </a:solidFill>
              <a:latin typeface="Arial"/>
              <a:ea typeface="Arial"/>
              <a:cs typeface="Arial"/>
              <a:sym typeface="Arial"/>
            </a:endParaRPr>
          </a:p>
        </p:txBody>
      </p:sp>
      <p:pic>
        <p:nvPicPr>
          <p:cNvPr descr="https://lh6.googleusercontent.com/cdbpBLCH8QDlr_yD9lgrksZK3jx9dbdkuXOMhOSbOkZFTVigjyBpbhaG9LqHgHRZ8C8m6UxHSKskjB74o0g8_cMqFFO3d8RcDueahUgMC79V-K-gT8N-q8mSs5gWWngk5lzYR4iccCs" id="53" name="Google Shape;53;p43"/>
          <p:cNvPicPr preferRelativeResize="0"/>
          <p:nvPr/>
        </p:nvPicPr>
        <p:blipFill rotWithShape="1">
          <a:blip r:embed="rId2">
            <a:alphaModFix/>
          </a:blip>
          <a:srcRect b="0" l="0" r="0" t="0"/>
          <a:stretch/>
        </p:blipFill>
        <p:spPr>
          <a:xfrm>
            <a:off x="7677048" y="4664825"/>
            <a:ext cx="1333296" cy="26091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2_Title Only">
    <p:spTree>
      <p:nvGrpSpPr>
        <p:cNvPr id="54" name="Shape 54"/>
        <p:cNvGrpSpPr/>
        <p:nvPr/>
      </p:nvGrpSpPr>
      <p:grpSpPr>
        <a:xfrm>
          <a:off x="0" y="0"/>
          <a:ext cx="0" cy="0"/>
          <a:chOff x="0" y="0"/>
          <a:chExt cx="0" cy="0"/>
        </a:xfrm>
      </p:grpSpPr>
      <p:sp>
        <p:nvSpPr>
          <p:cNvPr id="55" name="Google Shape;55;p44"/>
          <p:cNvSpPr txBox="1"/>
          <p:nvPr>
            <p:ph type="title"/>
          </p:nvPr>
        </p:nvSpPr>
        <p:spPr>
          <a:xfrm>
            <a:off x="483576" y="141502"/>
            <a:ext cx="8176800" cy="638700"/>
          </a:xfrm>
          <a:prstGeom prst="rect">
            <a:avLst/>
          </a:prstGeom>
          <a:noFill/>
          <a:ln>
            <a:noFill/>
          </a:ln>
        </p:spPr>
        <p:txBody>
          <a:bodyPr anchorCtr="0" anchor="b" bIns="91325" lIns="91325" spcFirstLastPara="1" rIns="91325" wrap="square" tIns="91325">
            <a:spAutoFit/>
          </a:bodyPr>
          <a:lstStyle>
            <a:lvl1pPr lvl="0" marR="0" algn="l">
              <a:lnSpc>
                <a:spcPct val="95000"/>
              </a:lnSpc>
              <a:spcBef>
                <a:spcPts val="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9pPr>
          </a:lstStyle>
          <a:p/>
        </p:txBody>
      </p:sp>
      <p:sp>
        <p:nvSpPr>
          <p:cNvPr id="56" name="Google Shape;56;p44"/>
          <p:cNvSpPr txBox="1"/>
          <p:nvPr>
            <p:ph idx="12" type="sldNum"/>
          </p:nvPr>
        </p:nvSpPr>
        <p:spPr>
          <a:xfrm>
            <a:off x="8261071" y="4868861"/>
            <a:ext cx="398700" cy="1242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5F5046"/>
              </a:buClr>
              <a:buSzPts val="700"/>
              <a:buFont typeface="Arial"/>
              <a:buNone/>
              <a:defRPr b="0" i="0" sz="700" u="none" cap="none" strike="noStrike">
                <a:solidFill>
                  <a:srgbClr val="5F5046"/>
                </a:solidFill>
                <a:latin typeface="Arial"/>
                <a:ea typeface="Arial"/>
                <a:cs typeface="Arial"/>
                <a:sym typeface="Arial"/>
              </a:defRPr>
            </a:lvl1pPr>
            <a:lvl2pPr indent="0" lvl="1" marL="0" marR="0" algn="r">
              <a:lnSpc>
                <a:spcPct val="100000"/>
              </a:lnSpc>
              <a:spcBef>
                <a:spcPts val="0"/>
              </a:spcBef>
              <a:spcAft>
                <a:spcPts val="0"/>
              </a:spcAft>
              <a:buClr>
                <a:srgbClr val="5F5046"/>
              </a:buClr>
              <a:buSzPts val="700"/>
              <a:buFont typeface="Arial"/>
              <a:buNone/>
              <a:defRPr b="0" i="0" sz="700" u="none" cap="none" strike="noStrike">
                <a:solidFill>
                  <a:srgbClr val="5F5046"/>
                </a:solidFill>
                <a:latin typeface="Arial"/>
                <a:ea typeface="Arial"/>
                <a:cs typeface="Arial"/>
                <a:sym typeface="Arial"/>
              </a:defRPr>
            </a:lvl2pPr>
            <a:lvl3pPr indent="0" lvl="2" marL="0" marR="0" algn="r">
              <a:lnSpc>
                <a:spcPct val="100000"/>
              </a:lnSpc>
              <a:spcBef>
                <a:spcPts val="0"/>
              </a:spcBef>
              <a:spcAft>
                <a:spcPts val="0"/>
              </a:spcAft>
              <a:buClr>
                <a:srgbClr val="5F5046"/>
              </a:buClr>
              <a:buSzPts val="700"/>
              <a:buFont typeface="Arial"/>
              <a:buNone/>
              <a:defRPr b="0" i="0" sz="700" u="none" cap="none" strike="noStrike">
                <a:solidFill>
                  <a:srgbClr val="5F5046"/>
                </a:solidFill>
                <a:latin typeface="Arial"/>
                <a:ea typeface="Arial"/>
                <a:cs typeface="Arial"/>
                <a:sym typeface="Arial"/>
              </a:defRPr>
            </a:lvl3pPr>
            <a:lvl4pPr indent="0" lvl="3" marL="0" marR="0" algn="r">
              <a:lnSpc>
                <a:spcPct val="100000"/>
              </a:lnSpc>
              <a:spcBef>
                <a:spcPts val="0"/>
              </a:spcBef>
              <a:spcAft>
                <a:spcPts val="0"/>
              </a:spcAft>
              <a:buClr>
                <a:srgbClr val="5F5046"/>
              </a:buClr>
              <a:buSzPts val="700"/>
              <a:buFont typeface="Arial"/>
              <a:buNone/>
              <a:defRPr b="0" i="0" sz="700" u="none" cap="none" strike="noStrike">
                <a:solidFill>
                  <a:srgbClr val="5F5046"/>
                </a:solidFill>
                <a:latin typeface="Arial"/>
                <a:ea typeface="Arial"/>
                <a:cs typeface="Arial"/>
                <a:sym typeface="Arial"/>
              </a:defRPr>
            </a:lvl4pPr>
            <a:lvl5pPr indent="0" lvl="4" marL="0" marR="0" algn="r">
              <a:lnSpc>
                <a:spcPct val="100000"/>
              </a:lnSpc>
              <a:spcBef>
                <a:spcPts val="0"/>
              </a:spcBef>
              <a:spcAft>
                <a:spcPts val="0"/>
              </a:spcAft>
              <a:buClr>
                <a:srgbClr val="5F5046"/>
              </a:buClr>
              <a:buSzPts val="700"/>
              <a:buFont typeface="Arial"/>
              <a:buNone/>
              <a:defRPr b="0" i="0" sz="700" u="none" cap="none" strike="noStrike">
                <a:solidFill>
                  <a:srgbClr val="5F5046"/>
                </a:solidFill>
                <a:latin typeface="Arial"/>
                <a:ea typeface="Arial"/>
                <a:cs typeface="Arial"/>
                <a:sym typeface="Arial"/>
              </a:defRPr>
            </a:lvl5pPr>
            <a:lvl6pPr indent="0" lvl="5" marL="0" marR="0" algn="r">
              <a:lnSpc>
                <a:spcPct val="100000"/>
              </a:lnSpc>
              <a:spcBef>
                <a:spcPts val="0"/>
              </a:spcBef>
              <a:spcAft>
                <a:spcPts val="0"/>
              </a:spcAft>
              <a:buClr>
                <a:srgbClr val="5F5046"/>
              </a:buClr>
              <a:buSzPts val="700"/>
              <a:buFont typeface="Arial"/>
              <a:buNone/>
              <a:defRPr b="0" i="0" sz="700" u="none" cap="none" strike="noStrike">
                <a:solidFill>
                  <a:srgbClr val="5F5046"/>
                </a:solidFill>
                <a:latin typeface="Arial"/>
                <a:ea typeface="Arial"/>
                <a:cs typeface="Arial"/>
                <a:sym typeface="Arial"/>
              </a:defRPr>
            </a:lvl6pPr>
            <a:lvl7pPr indent="0" lvl="6" marL="0" marR="0" algn="r">
              <a:lnSpc>
                <a:spcPct val="100000"/>
              </a:lnSpc>
              <a:spcBef>
                <a:spcPts val="0"/>
              </a:spcBef>
              <a:spcAft>
                <a:spcPts val="0"/>
              </a:spcAft>
              <a:buClr>
                <a:srgbClr val="5F5046"/>
              </a:buClr>
              <a:buSzPts val="700"/>
              <a:buFont typeface="Arial"/>
              <a:buNone/>
              <a:defRPr b="0" i="0" sz="700" u="none" cap="none" strike="noStrike">
                <a:solidFill>
                  <a:srgbClr val="5F5046"/>
                </a:solidFill>
                <a:latin typeface="Arial"/>
                <a:ea typeface="Arial"/>
                <a:cs typeface="Arial"/>
                <a:sym typeface="Arial"/>
              </a:defRPr>
            </a:lvl7pPr>
            <a:lvl8pPr indent="0" lvl="7" marL="0" marR="0" algn="r">
              <a:lnSpc>
                <a:spcPct val="100000"/>
              </a:lnSpc>
              <a:spcBef>
                <a:spcPts val="0"/>
              </a:spcBef>
              <a:spcAft>
                <a:spcPts val="0"/>
              </a:spcAft>
              <a:buClr>
                <a:srgbClr val="5F5046"/>
              </a:buClr>
              <a:buSzPts val="700"/>
              <a:buFont typeface="Arial"/>
              <a:buNone/>
              <a:defRPr b="0" i="0" sz="700" u="none" cap="none" strike="noStrike">
                <a:solidFill>
                  <a:srgbClr val="5F5046"/>
                </a:solidFill>
                <a:latin typeface="Arial"/>
                <a:ea typeface="Arial"/>
                <a:cs typeface="Arial"/>
                <a:sym typeface="Arial"/>
              </a:defRPr>
            </a:lvl8pPr>
            <a:lvl9pPr indent="0" lvl="8" marL="0" marR="0" algn="r">
              <a:lnSpc>
                <a:spcPct val="100000"/>
              </a:lnSpc>
              <a:spcBef>
                <a:spcPts val="0"/>
              </a:spcBef>
              <a:spcAft>
                <a:spcPts val="0"/>
              </a:spcAft>
              <a:buClr>
                <a:srgbClr val="5F5046"/>
              </a:buClr>
              <a:buSzPts val="700"/>
              <a:buFont typeface="Arial"/>
              <a:buNone/>
              <a:defRPr b="0" i="0" sz="700" u="none" cap="none" strike="noStrike">
                <a:solidFill>
                  <a:srgbClr val="5F504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O"/>
              <a:t>‹#›</a:t>
            </a:fld>
            <a:endParaRPr/>
          </a:p>
        </p:txBody>
      </p:sp>
      <p:sp>
        <p:nvSpPr>
          <p:cNvPr id="57" name="Google Shape;57;p44"/>
          <p:cNvSpPr txBox="1"/>
          <p:nvPr>
            <p:ph idx="1" type="subTitle"/>
          </p:nvPr>
        </p:nvSpPr>
        <p:spPr>
          <a:xfrm>
            <a:off x="470767" y="1030581"/>
            <a:ext cx="8189700" cy="387300"/>
          </a:xfrm>
          <a:prstGeom prst="rect">
            <a:avLst/>
          </a:prstGeom>
          <a:noFill/>
          <a:ln>
            <a:noFill/>
          </a:ln>
        </p:spPr>
        <p:txBody>
          <a:bodyPr anchorCtr="0" anchor="ctr" bIns="91325" lIns="91325" spcFirstLastPara="1" rIns="91325" wrap="square" tIns="91325">
            <a:noAutofit/>
          </a:bodyPr>
          <a:lstStyle>
            <a:lvl1pPr lvl="0" marR="0" algn="l">
              <a:lnSpc>
                <a:spcPct val="100000"/>
              </a:lnSpc>
              <a:spcBef>
                <a:spcPts val="0"/>
              </a:spcBef>
              <a:spcAft>
                <a:spcPts val="0"/>
              </a:spcAft>
              <a:buClr>
                <a:srgbClr val="AA1E2D"/>
              </a:buClr>
              <a:buSzPts val="1800"/>
              <a:buFont typeface="Arial"/>
              <a:buNone/>
              <a:defRPr b="1" i="0" sz="2000" u="none" cap="none" strike="noStrike">
                <a:solidFill>
                  <a:srgbClr val="AA1E2D"/>
                </a:solidFill>
                <a:latin typeface="Arial"/>
                <a:ea typeface="Arial"/>
                <a:cs typeface="Arial"/>
                <a:sym typeface="Arial"/>
              </a:defRPr>
            </a:lvl1pPr>
            <a:lvl2pPr lvl="1" marR="0" algn="l">
              <a:lnSpc>
                <a:spcPct val="100000"/>
              </a:lnSpc>
              <a:spcBef>
                <a:spcPts val="0"/>
              </a:spcBef>
              <a:spcAft>
                <a:spcPts val="0"/>
              </a:spcAft>
              <a:buClr>
                <a:srgbClr val="AA1E2D"/>
              </a:buClr>
              <a:buSzPts val="1600"/>
              <a:buFont typeface="Arial"/>
              <a:buNone/>
              <a:defRPr b="0" i="0" sz="16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AA1E2D"/>
              </a:buClr>
              <a:buSzPts val="1400"/>
              <a:buFont typeface="Arial"/>
              <a:buNone/>
              <a:defRPr b="0" i="0" sz="1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AA1E2D"/>
              </a:buClr>
              <a:buSzPts val="1300"/>
              <a:buFont typeface="Arial"/>
              <a:buNone/>
              <a:defRPr b="0" i="0" sz="13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AA1E2D"/>
              </a:buClr>
              <a:buSzPts val="1100"/>
              <a:buFont typeface="Arial"/>
              <a:buNone/>
              <a:defRPr b="0" i="0" sz="11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58" name="Google Shape;58;p44"/>
          <p:cNvSpPr txBox="1"/>
          <p:nvPr>
            <p:ph idx="2" type="body"/>
          </p:nvPr>
        </p:nvSpPr>
        <p:spPr>
          <a:xfrm>
            <a:off x="483553" y="1417781"/>
            <a:ext cx="8176800" cy="3311100"/>
          </a:xfrm>
          <a:prstGeom prst="rect">
            <a:avLst/>
          </a:prstGeom>
          <a:noFill/>
          <a:ln>
            <a:noFill/>
          </a:ln>
        </p:spPr>
        <p:txBody>
          <a:bodyPr anchorCtr="0" anchor="t" bIns="91325" lIns="91325" spcFirstLastPara="1" rIns="91325" wrap="square" tIns="91325">
            <a:noAutofit/>
          </a:bodyPr>
          <a:lstStyle>
            <a:lvl1pPr indent="-342900" lvl="0" marL="457200" marR="0" algn="l">
              <a:lnSpc>
                <a:spcPct val="100000"/>
              </a:lnSpc>
              <a:spcBef>
                <a:spcPts val="0"/>
              </a:spcBef>
              <a:spcAft>
                <a:spcPts val="0"/>
              </a:spcAft>
              <a:buClr>
                <a:srgbClr val="AA1E2D"/>
              </a:buClr>
              <a:buSzPts val="1800"/>
              <a:buFont typeface="Arial"/>
              <a:buChar char="●"/>
              <a:defRPr b="0" i="0" sz="1800" u="none" cap="none" strike="noStrike">
                <a:solidFill>
                  <a:schemeClr val="dk1"/>
                </a:solidFill>
                <a:latin typeface="Arial"/>
                <a:ea typeface="Arial"/>
                <a:cs typeface="Arial"/>
                <a:sym typeface="Arial"/>
              </a:defRPr>
            </a:lvl1pPr>
            <a:lvl2pPr indent="-330200" lvl="1" marL="914400" marR="0" algn="l">
              <a:lnSpc>
                <a:spcPct val="100000"/>
              </a:lnSpc>
              <a:spcBef>
                <a:spcPts val="0"/>
              </a:spcBef>
              <a:spcAft>
                <a:spcPts val="0"/>
              </a:spcAft>
              <a:buClr>
                <a:srgbClr val="AA1E2D"/>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algn="l">
              <a:lnSpc>
                <a:spcPct val="100000"/>
              </a:lnSpc>
              <a:spcBef>
                <a:spcPts val="0"/>
              </a:spcBef>
              <a:spcAft>
                <a:spcPts val="0"/>
              </a:spcAft>
              <a:buClr>
                <a:srgbClr val="AA1E2D"/>
              </a:buClr>
              <a:buSzPts val="1400"/>
              <a:buFont typeface="Arial"/>
              <a:buChar char="■"/>
              <a:defRPr b="0" i="0" sz="1400" u="none" cap="none" strike="noStrike">
                <a:solidFill>
                  <a:schemeClr val="dk1"/>
                </a:solidFill>
                <a:latin typeface="Arial"/>
                <a:ea typeface="Arial"/>
                <a:cs typeface="Arial"/>
                <a:sym typeface="Arial"/>
              </a:defRPr>
            </a:lvl3pPr>
            <a:lvl4pPr indent="-311150" lvl="3" marL="1828800" marR="0" algn="l">
              <a:lnSpc>
                <a:spcPct val="100000"/>
              </a:lnSpc>
              <a:spcBef>
                <a:spcPts val="0"/>
              </a:spcBef>
              <a:spcAft>
                <a:spcPts val="0"/>
              </a:spcAft>
              <a:buClr>
                <a:srgbClr val="AA1E2D"/>
              </a:buClr>
              <a:buSzPts val="1300"/>
              <a:buFont typeface="Arial"/>
              <a:buChar char="●"/>
              <a:defRPr b="0" i="0" sz="1300" u="none" cap="none" strike="noStrike">
                <a:solidFill>
                  <a:schemeClr val="dk1"/>
                </a:solidFill>
                <a:latin typeface="Arial"/>
                <a:ea typeface="Arial"/>
                <a:cs typeface="Arial"/>
                <a:sym typeface="Arial"/>
              </a:defRPr>
            </a:lvl4pPr>
            <a:lvl5pPr indent="-298450" lvl="4" marL="2286000" marR="0" algn="l">
              <a:lnSpc>
                <a:spcPct val="100000"/>
              </a:lnSpc>
              <a:spcBef>
                <a:spcPts val="0"/>
              </a:spcBef>
              <a:spcAft>
                <a:spcPts val="0"/>
              </a:spcAft>
              <a:buClr>
                <a:srgbClr val="AA1E2D"/>
              </a:buClr>
              <a:buSzPts val="1100"/>
              <a:buFont typeface="Arial"/>
              <a:buChar char="○"/>
              <a:defRPr b="0" i="0" sz="1100" u="none" cap="none" strike="noStrike">
                <a:solidFill>
                  <a:schemeClr val="dk1"/>
                </a:solidFill>
                <a:latin typeface="Arial"/>
                <a:ea typeface="Arial"/>
                <a:cs typeface="Arial"/>
                <a:sym typeface="Arial"/>
              </a:defRPr>
            </a:lvl5pPr>
            <a:lvl6pPr indent="-342900" lvl="5" marL="27432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p:cSld name="TITLE_1">
    <p:spTree>
      <p:nvGrpSpPr>
        <p:cNvPr id="59" name="Shape 59"/>
        <p:cNvGrpSpPr/>
        <p:nvPr/>
      </p:nvGrpSpPr>
      <p:grpSpPr>
        <a:xfrm>
          <a:off x="0" y="0"/>
          <a:ext cx="0" cy="0"/>
          <a:chOff x="0" y="0"/>
          <a:chExt cx="0" cy="0"/>
        </a:xfrm>
      </p:grpSpPr>
      <p:sp>
        <p:nvSpPr>
          <p:cNvPr id="60" name="Google Shape;60;p45"/>
          <p:cNvSpPr txBox="1"/>
          <p:nvPr>
            <p:ph type="ctrTitle"/>
          </p:nvPr>
        </p:nvSpPr>
        <p:spPr>
          <a:xfrm>
            <a:off x="687844" y="444206"/>
            <a:ext cx="7768200" cy="823800"/>
          </a:xfrm>
          <a:prstGeom prst="rect">
            <a:avLst/>
          </a:prstGeom>
          <a:noFill/>
          <a:ln>
            <a:noFill/>
          </a:ln>
        </p:spPr>
        <p:txBody>
          <a:bodyPr anchorCtr="0" anchor="ctr" bIns="0" lIns="0" spcFirstLastPara="1" rIns="0" wrap="square" tIns="0">
            <a:spAutoFit/>
          </a:bodyPr>
          <a:lstStyle>
            <a:lvl1pPr lvl="0" algn="ctr">
              <a:lnSpc>
                <a:spcPct val="80000"/>
              </a:lnSpc>
              <a:spcBef>
                <a:spcPts val="0"/>
              </a:spcBef>
              <a:spcAft>
                <a:spcPts val="0"/>
              </a:spcAft>
              <a:buClr>
                <a:schemeClr val="dk1"/>
              </a:buClr>
              <a:buSzPts val="2700"/>
              <a:buFont typeface="Calibri"/>
              <a:buNone/>
              <a:defRPr sz="2700"/>
            </a:lvl1pPr>
            <a:lvl2pPr lvl="1" algn="ctr">
              <a:lnSpc>
                <a:spcPct val="80000"/>
              </a:lnSpc>
              <a:spcBef>
                <a:spcPts val="0"/>
              </a:spcBef>
              <a:spcAft>
                <a:spcPts val="0"/>
              </a:spcAft>
              <a:buSzPts val="2700"/>
              <a:buNone/>
              <a:defRPr sz="2700"/>
            </a:lvl2pPr>
            <a:lvl3pPr lvl="2" algn="ctr">
              <a:lnSpc>
                <a:spcPct val="80000"/>
              </a:lnSpc>
              <a:spcBef>
                <a:spcPts val="0"/>
              </a:spcBef>
              <a:spcAft>
                <a:spcPts val="0"/>
              </a:spcAft>
              <a:buSzPts val="2700"/>
              <a:buNone/>
              <a:defRPr sz="2700"/>
            </a:lvl3pPr>
            <a:lvl4pPr lvl="3" algn="ctr">
              <a:lnSpc>
                <a:spcPct val="80000"/>
              </a:lnSpc>
              <a:spcBef>
                <a:spcPts val="0"/>
              </a:spcBef>
              <a:spcAft>
                <a:spcPts val="0"/>
              </a:spcAft>
              <a:buSzPts val="2700"/>
              <a:buNone/>
              <a:defRPr sz="2700"/>
            </a:lvl4pPr>
            <a:lvl5pPr lvl="4" algn="ctr">
              <a:lnSpc>
                <a:spcPct val="80000"/>
              </a:lnSpc>
              <a:spcBef>
                <a:spcPts val="0"/>
              </a:spcBef>
              <a:spcAft>
                <a:spcPts val="0"/>
              </a:spcAft>
              <a:buSzPts val="2700"/>
              <a:buNone/>
              <a:defRPr sz="2700"/>
            </a:lvl5pPr>
            <a:lvl6pPr lvl="5" algn="ctr">
              <a:lnSpc>
                <a:spcPct val="80000"/>
              </a:lnSpc>
              <a:spcBef>
                <a:spcPts val="0"/>
              </a:spcBef>
              <a:spcAft>
                <a:spcPts val="0"/>
              </a:spcAft>
              <a:buSzPts val="2700"/>
              <a:buNone/>
              <a:defRPr sz="2700"/>
            </a:lvl6pPr>
            <a:lvl7pPr lvl="6" algn="ctr">
              <a:lnSpc>
                <a:spcPct val="80000"/>
              </a:lnSpc>
              <a:spcBef>
                <a:spcPts val="0"/>
              </a:spcBef>
              <a:spcAft>
                <a:spcPts val="0"/>
              </a:spcAft>
              <a:buSzPts val="2700"/>
              <a:buNone/>
              <a:defRPr sz="2700"/>
            </a:lvl7pPr>
            <a:lvl8pPr lvl="7" algn="ctr">
              <a:lnSpc>
                <a:spcPct val="80000"/>
              </a:lnSpc>
              <a:spcBef>
                <a:spcPts val="0"/>
              </a:spcBef>
              <a:spcAft>
                <a:spcPts val="0"/>
              </a:spcAft>
              <a:buSzPts val="2700"/>
              <a:buNone/>
              <a:defRPr sz="2700"/>
            </a:lvl8pPr>
            <a:lvl9pPr lvl="8" algn="ctr">
              <a:lnSpc>
                <a:spcPct val="80000"/>
              </a:lnSpc>
              <a:spcBef>
                <a:spcPts val="0"/>
              </a:spcBef>
              <a:spcAft>
                <a:spcPts val="0"/>
              </a:spcAft>
              <a:buSzPts val="2700"/>
              <a:buNone/>
              <a:defRPr sz="2700"/>
            </a:lvl9pPr>
          </a:lstStyle>
          <a:p/>
        </p:txBody>
      </p:sp>
      <p:sp>
        <p:nvSpPr>
          <p:cNvPr id="61" name="Google Shape;61;p45"/>
          <p:cNvSpPr txBox="1"/>
          <p:nvPr>
            <p:ph idx="12" type="sldNum"/>
          </p:nvPr>
        </p:nvSpPr>
        <p:spPr>
          <a:xfrm>
            <a:off x="8587875" y="91350"/>
            <a:ext cx="375300" cy="273900"/>
          </a:xfrm>
          <a:prstGeom prst="rect">
            <a:avLst/>
          </a:prstGeom>
          <a:noFill/>
          <a:ln>
            <a:noFill/>
          </a:ln>
        </p:spPr>
        <p:txBody>
          <a:bodyPr anchorCtr="0" anchor="ctr" bIns="35550" lIns="71100" spcFirstLastPara="1" rIns="71100" wrap="square" tIns="3555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
        <p:nvSpPr>
          <p:cNvPr id="62" name="Google Shape;62;p45"/>
          <p:cNvSpPr txBox="1"/>
          <p:nvPr/>
        </p:nvSpPr>
        <p:spPr>
          <a:xfrm>
            <a:off x="8626015" y="4914635"/>
            <a:ext cx="299100" cy="1035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s-CO" sz="500" u="none" cap="none" strike="noStrike">
                <a:solidFill>
                  <a:srgbClr val="5F5046"/>
                </a:solidFill>
                <a:latin typeface="Arial"/>
                <a:ea typeface="Arial"/>
                <a:cs typeface="Arial"/>
                <a:sym typeface="Arial"/>
              </a:rPr>
              <a:t>‹#›</a:t>
            </a:fld>
            <a:endParaRPr b="0" i="0" sz="500" u="none" cap="none" strike="noStrike">
              <a:solidFill>
                <a:srgbClr val="5F5046"/>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_1">
  <p:cSld name="TITLE_ONLY_1">
    <p:spTree>
      <p:nvGrpSpPr>
        <p:cNvPr id="63" name="Shape 63"/>
        <p:cNvGrpSpPr/>
        <p:nvPr/>
      </p:nvGrpSpPr>
      <p:grpSpPr>
        <a:xfrm>
          <a:off x="0" y="0"/>
          <a:ext cx="0" cy="0"/>
          <a:chOff x="0" y="0"/>
          <a:chExt cx="0" cy="0"/>
        </a:xfrm>
      </p:grpSpPr>
      <p:sp>
        <p:nvSpPr>
          <p:cNvPr id="64" name="Google Shape;64;p46"/>
          <p:cNvSpPr txBox="1"/>
          <p:nvPr>
            <p:ph type="title"/>
          </p:nvPr>
        </p:nvSpPr>
        <p:spPr>
          <a:xfrm>
            <a:off x="457200" y="411475"/>
            <a:ext cx="8229600" cy="481500"/>
          </a:xfrm>
          <a:prstGeom prst="rect">
            <a:avLst/>
          </a:prstGeom>
          <a:noFill/>
          <a:ln>
            <a:noFill/>
          </a:ln>
        </p:spPr>
        <p:txBody>
          <a:bodyPr anchorCtr="0" anchor="ctr" bIns="0" lIns="0" spcFirstLastPara="1" rIns="0" wrap="square" tIns="0">
            <a:spAutoFit/>
          </a:bodyPr>
          <a:lstStyle>
            <a:lvl1pPr lvl="0" algn="ctr">
              <a:lnSpc>
                <a:spcPct val="85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1pPr>
            <a:lvl2pPr lvl="1"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2pPr>
            <a:lvl3pPr lvl="2"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3pPr>
            <a:lvl4pPr lvl="3"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4pPr>
            <a:lvl5pPr lvl="4"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5pPr>
            <a:lvl6pPr lvl="5"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6pPr>
            <a:lvl7pPr lvl="6"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7pPr>
            <a:lvl8pPr lvl="7"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8pPr>
            <a:lvl9pPr lvl="8"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_2">
  <p:cSld name="TITLE_ONLY_2">
    <p:spTree>
      <p:nvGrpSpPr>
        <p:cNvPr id="65" name="Shape 65"/>
        <p:cNvGrpSpPr/>
        <p:nvPr/>
      </p:nvGrpSpPr>
      <p:grpSpPr>
        <a:xfrm>
          <a:off x="0" y="0"/>
          <a:ext cx="0" cy="0"/>
          <a:chOff x="0" y="0"/>
          <a:chExt cx="0" cy="0"/>
        </a:xfrm>
      </p:grpSpPr>
      <p:sp>
        <p:nvSpPr>
          <p:cNvPr id="66" name="Google Shape;66;p47"/>
          <p:cNvSpPr txBox="1"/>
          <p:nvPr>
            <p:ph type="title"/>
          </p:nvPr>
        </p:nvSpPr>
        <p:spPr>
          <a:xfrm>
            <a:off x="457200" y="411475"/>
            <a:ext cx="8229600" cy="481500"/>
          </a:xfrm>
          <a:prstGeom prst="rect">
            <a:avLst/>
          </a:prstGeom>
          <a:noFill/>
          <a:ln>
            <a:noFill/>
          </a:ln>
        </p:spPr>
        <p:txBody>
          <a:bodyPr anchorCtr="0" anchor="ctr" bIns="0" lIns="0" spcFirstLastPara="1" rIns="0" wrap="square" tIns="0">
            <a:spAutoFit/>
          </a:bodyPr>
          <a:lstStyle>
            <a:lvl1pPr lvl="0" algn="ctr">
              <a:lnSpc>
                <a:spcPct val="85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1pPr>
            <a:lvl2pPr lvl="1"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2pPr>
            <a:lvl3pPr lvl="2"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3pPr>
            <a:lvl4pPr lvl="3"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4pPr>
            <a:lvl5pPr lvl="4"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5pPr>
            <a:lvl6pPr lvl="5"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6pPr>
            <a:lvl7pPr lvl="6"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7pPr>
            <a:lvl8pPr lvl="7"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8pPr>
            <a:lvl9pPr lvl="8"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_3">
  <p:cSld name="TITLE_ONLY_3">
    <p:spTree>
      <p:nvGrpSpPr>
        <p:cNvPr id="67" name="Shape 67"/>
        <p:cNvGrpSpPr/>
        <p:nvPr/>
      </p:nvGrpSpPr>
      <p:grpSpPr>
        <a:xfrm>
          <a:off x="0" y="0"/>
          <a:ext cx="0" cy="0"/>
          <a:chOff x="0" y="0"/>
          <a:chExt cx="0" cy="0"/>
        </a:xfrm>
      </p:grpSpPr>
      <p:sp>
        <p:nvSpPr>
          <p:cNvPr id="68" name="Google Shape;68;p48"/>
          <p:cNvSpPr txBox="1"/>
          <p:nvPr>
            <p:ph type="title"/>
          </p:nvPr>
        </p:nvSpPr>
        <p:spPr>
          <a:xfrm>
            <a:off x="457200" y="411475"/>
            <a:ext cx="8229600" cy="481500"/>
          </a:xfrm>
          <a:prstGeom prst="rect">
            <a:avLst/>
          </a:prstGeom>
          <a:noFill/>
          <a:ln>
            <a:noFill/>
          </a:ln>
        </p:spPr>
        <p:txBody>
          <a:bodyPr anchorCtr="0" anchor="ctr" bIns="0" lIns="0" spcFirstLastPara="1" rIns="0" wrap="square" tIns="0">
            <a:spAutoFit/>
          </a:bodyPr>
          <a:lstStyle>
            <a:lvl1pPr lvl="0" algn="ctr">
              <a:lnSpc>
                <a:spcPct val="85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1pPr>
            <a:lvl2pPr lvl="1"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2pPr>
            <a:lvl3pPr lvl="2"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3pPr>
            <a:lvl4pPr lvl="3"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4pPr>
            <a:lvl5pPr lvl="4"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5pPr>
            <a:lvl6pPr lvl="5"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6pPr>
            <a:lvl7pPr lvl="6"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7pPr>
            <a:lvl8pPr lvl="7"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8pPr>
            <a:lvl9pPr lvl="8"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spTree>
      <p:nvGrpSpPr>
        <p:cNvPr id="69" name="Shape 69"/>
        <p:cNvGrpSpPr/>
        <p:nvPr/>
      </p:nvGrpSpPr>
      <p:grpSpPr>
        <a:xfrm>
          <a:off x="0" y="0"/>
          <a:ext cx="0" cy="0"/>
          <a:chOff x="0" y="0"/>
          <a:chExt cx="0" cy="0"/>
        </a:xfrm>
      </p:grpSpPr>
      <p:sp>
        <p:nvSpPr>
          <p:cNvPr id="70" name="Google Shape;70;p49"/>
          <p:cNvSpPr txBox="1"/>
          <p:nvPr>
            <p:ph idx="11" type="ftr"/>
          </p:nvPr>
        </p:nvSpPr>
        <p:spPr>
          <a:xfrm>
            <a:off x="467888" y="4814100"/>
            <a:ext cx="7425000" cy="1155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1" name="Google Shape;71;p49"/>
          <p:cNvSpPr txBox="1"/>
          <p:nvPr>
            <p:ph idx="12" type="sldNum"/>
          </p:nvPr>
        </p:nvSpPr>
        <p:spPr>
          <a:xfrm>
            <a:off x="251222" y="4814100"/>
            <a:ext cx="216600" cy="1155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CO"/>
              <a:t>‹#›</a:t>
            </a:fld>
            <a:endParaRPr/>
          </a:p>
        </p:txBody>
      </p:sp>
      <p:pic>
        <p:nvPicPr>
          <p:cNvPr id="72" name="Google Shape;72;p49"/>
          <p:cNvPicPr preferRelativeResize="0"/>
          <p:nvPr/>
        </p:nvPicPr>
        <p:blipFill rotWithShape="1">
          <a:blip r:embed="rId2">
            <a:alphaModFix/>
          </a:blip>
          <a:srcRect b="0" l="0" r="0" t="0"/>
          <a:stretch/>
        </p:blipFill>
        <p:spPr>
          <a:xfrm>
            <a:off x="8085159" y="4760100"/>
            <a:ext cx="810000" cy="186043"/>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73" name="Shape 73"/>
        <p:cNvGrpSpPr/>
        <p:nvPr/>
      </p:nvGrpSpPr>
      <p:grpSpPr>
        <a:xfrm>
          <a:off x="0" y="0"/>
          <a:ext cx="0" cy="0"/>
          <a:chOff x="0" y="0"/>
          <a:chExt cx="0" cy="0"/>
        </a:xfrm>
      </p:grpSpPr>
      <p:sp>
        <p:nvSpPr>
          <p:cNvPr id="74" name="Google Shape;74;p50"/>
          <p:cNvSpPr txBox="1"/>
          <p:nvPr>
            <p:ph type="title"/>
          </p:nvPr>
        </p:nvSpPr>
        <p:spPr>
          <a:xfrm>
            <a:off x="516102" y="-101632"/>
            <a:ext cx="8111700" cy="1025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1800"/>
              <a:buNone/>
              <a:defRPr b="1" i="0" sz="3600">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5" name="Google Shape;75;p50"/>
          <p:cNvSpPr txBox="1"/>
          <p:nvPr>
            <p:ph idx="1" type="body"/>
          </p:nvPr>
        </p:nvSpPr>
        <p:spPr>
          <a:xfrm>
            <a:off x="459740" y="1421321"/>
            <a:ext cx="4551600" cy="2351700"/>
          </a:xfrm>
          <a:prstGeom prst="rect">
            <a:avLst/>
          </a:prstGeom>
          <a:noFill/>
          <a:ln>
            <a:noFill/>
          </a:ln>
        </p:spPr>
        <p:txBody>
          <a:bodyPr anchorCtr="0" anchor="t" bIns="0" lIns="0" spcFirstLastPara="1" rIns="0" wrap="square" tIns="0">
            <a:spAutoFit/>
          </a:bodyPr>
          <a:lstStyle>
            <a:lvl1pPr indent="-228600" lvl="0" marL="457200" algn="l">
              <a:lnSpc>
                <a:spcPct val="114000"/>
              </a:lnSpc>
              <a:spcBef>
                <a:spcPts val="900"/>
              </a:spcBef>
              <a:spcAft>
                <a:spcPts val="0"/>
              </a:spcAft>
              <a:buSzPts val="1400"/>
              <a:buNone/>
              <a:defRPr b="0" i="0" sz="2000">
                <a:solidFill>
                  <a:schemeClr val="dk1"/>
                </a:solidFill>
                <a:latin typeface="Calibri"/>
                <a:ea typeface="Calibri"/>
                <a:cs typeface="Calibri"/>
                <a:sym typeface="Calibri"/>
              </a:defRPr>
            </a:lvl1pPr>
            <a:lvl2pPr indent="-228600" lvl="1" marL="914400" algn="l">
              <a:lnSpc>
                <a:spcPct val="114000"/>
              </a:lnSpc>
              <a:spcBef>
                <a:spcPts val="500"/>
              </a:spcBef>
              <a:spcAft>
                <a:spcPts val="0"/>
              </a:spcAft>
              <a:buSzPts val="1400"/>
              <a:buNone/>
              <a:defRPr/>
            </a:lvl2pPr>
            <a:lvl3pPr indent="-228600" lvl="2" marL="1371600" algn="l">
              <a:lnSpc>
                <a:spcPct val="114000"/>
              </a:lnSpc>
              <a:spcBef>
                <a:spcPts val="300"/>
              </a:spcBef>
              <a:spcAft>
                <a:spcPts val="0"/>
              </a:spcAft>
              <a:buSzPts val="1400"/>
              <a:buNone/>
              <a:defRPr/>
            </a:lvl3pPr>
            <a:lvl4pPr indent="-228600" lvl="3" marL="1828800" algn="l">
              <a:lnSpc>
                <a:spcPct val="114000"/>
              </a:lnSpc>
              <a:spcBef>
                <a:spcPts val="200"/>
              </a:spcBef>
              <a:spcAft>
                <a:spcPts val="0"/>
              </a:spcAft>
              <a:buSzPts val="1400"/>
              <a:buNone/>
              <a:defRPr/>
            </a:lvl4pPr>
            <a:lvl5pPr indent="-228600" lvl="4" marL="2286000" algn="l">
              <a:lnSpc>
                <a:spcPct val="114000"/>
              </a:lnSpc>
              <a:spcBef>
                <a:spcPts val="200"/>
              </a:spcBef>
              <a:spcAft>
                <a:spcPts val="0"/>
              </a:spcAft>
              <a:buSzPts val="1400"/>
              <a:buNone/>
              <a:defRPr/>
            </a:lvl5pPr>
            <a:lvl6pPr indent="-228600" lvl="5" marL="2743200" algn="l">
              <a:lnSpc>
                <a:spcPct val="114000"/>
              </a:lnSpc>
              <a:spcBef>
                <a:spcPts val="0"/>
              </a:spcBef>
              <a:spcAft>
                <a:spcPts val="0"/>
              </a:spcAft>
              <a:buSzPts val="1200"/>
              <a:buNone/>
              <a:defRPr/>
            </a:lvl6pPr>
            <a:lvl7pPr indent="-228600" lvl="6" marL="3200400" algn="l">
              <a:lnSpc>
                <a:spcPct val="114000"/>
              </a:lnSpc>
              <a:spcBef>
                <a:spcPts val="0"/>
              </a:spcBef>
              <a:spcAft>
                <a:spcPts val="0"/>
              </a:spcAft>
              <a:buSzPts val="1100"/>
              <a:buNone/>
              <a:defRPr/>
            </a:lvl7pPr>
            <a:lvl8pPr indent="-228600" lvl="7" marL="3657600" algn="l">
              <a:lnSpc>
                <a:spcPct val="114000"/>
              </a:lnSpc>
              <a:spcBef>
                <a:spcPts val="0"/>
              </a:spcBef>
              <a:spcAft>
                <a:spcPts val="0"/>
              </a:spcAft>
              <a:buSzPts val="1100"/>
              <a:buNone/>
              <a:defRPr/>
            </a:lvl8pPr>
            <a:lvl9pPr indent="-228600" lvl="8" marL="4114800" algn="l">
              <a:lnSpc>
                <a:spcPct val="114000"/>
              </a:lnSpc>
              <a:spcBef>
                <a:spcPts val="0"/>
              </a:spcBef>
              <a:spcAft>
                <a:spcPts val="0"/>
              </a:spcAft>
              <a:buSzPts val="1100"/>
              <a:buNone/>
              <a:defRPr/>
            </a:lvl9pPr>
          </a:lstStyle>
          <a:p/>
        </p:txBody>
      </p:sp>
      <p:sp>
        <p:nvSpPr>
          <p:cNvPr id="76" name="Google Shape;76;p50"/>
          <p:cNvSpPr txBox="1"/>
          <p:nvPr>
            <p:ph idx="11" type="ftr"/>
          </p:nvPr>
        </p:nvSpPr>
        <p:spPr>
          <a:xfrm>
            <a:off x="65938" y="4800085"/>
            <a:ext cx="4356000" cy="3288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14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7" name="Google Shape;77;p50"/>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8" name="Google Shape;78;p50"/>
          <p:cNvSpPr txBox="1"/>
          <p:nvPr>
            <p:ph idx="12" type="sldNum"/>
          </p:nvPr>
        </p:nvSpPr>
        <p:spPr>
          <a:xfrm>
            <a:off x="6583680" y="4783455"/>
            <a:ext cx="2103000" cy="1230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O"/>
              <a:t>‹#›</a:t>
            </a:fld>
            <a:endParaRPr sz="1800">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go" showMasterSp="0" type="blank">
  <p:cSld name="BLANK">
    <p:spTree>
      <p:nvGrpSpPr>
        <p:cNvPr id="87" name="Shape 87"/>
        <p:cNvGrpSpPr/>
        <p:nvPr/>
      </p:nvGrpSpPr>
      <p:grpSpPr>
        <a:xfrm>
          <a:off x="0" y="0"/>
          <a:ext cx="0" cy="0"/>
          <a:chOff x="0" y="0"/>
          <a:chExt cx="0" cy="0"/>
        </a:xfrm>
      </p:grpSpPr>
      <p:pic>
        <p:nvPicPr>
          <p:cNvPr id="88" name="Google Shape;88;p35"/>
          <p:cNvPicPr preferRelativeResize="0"/>
          <p:nvPr/>
        </p:nvPicPr>
        <p:blipFill rotWithShape="1">
          <a:blip r:embed="rId2">
            <a:alphaModFix/>
          </a:blip>
          <a:srcRect b="0" l="0" r="0" t="0"/>
          <a:stretch/>
        </p:blipFill>
        <p:spPr>
          <a:xfrm>
            <a:off x="1280127" y="1815666"/>
            <a:ext cx="6583750" cy="1512168"/>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89" name="Shape 89"/>
        <p:cNvGrpSpPr/>
        <p:nvPr/>
      </p:nvGrpSpPr>
      <p:grpSpPr>
        <a:xfrm>
          <a:off x="0" y="0"/>
          <a:ext cx="0" cy="0"/>
          <a:chOff x="0" y="0"/>
          <a:chExt cx="0" cy="0"/>
        </a:xfrm>
      </p:grpSpPr>
      <p:sp>
        <p:nvSpPr>
          <p:cNvPr id="90" name="Google Shape;90;p51"/>
          <p:cNvSpPr txBox="1"/>
          <p:nvPr>
            <p:ph type="ctrTitle"/>
          </p:nvPr>
        </p:nvSpPr>
        <p:spPr>
          <a:xfrm>
            <a:off x="251223" y="3321307"/>
            <a:ext cx="8641500" cy="406500"/>
          </a:xfrm>
          <a:prstGeom prst="rect">
            <a:avLst/>
          </a:prstGeom>
          <a:noFill/>
          <a:ln>
            <a:noFill/>
          </a:ln>
        </p:spPr>
        <p:txBody>
          <a:bodyPr anchorCtr="0" anchor="t" bIns="0" lIns="0" spcFirstLastPara="1" rIns="0" wrap="square" tIns="0">
            <a:spAutoFit/>
          </a:bodyPr>
          <a:lstStyle>
            <a:lvl1pPr lvl="0" algn="l">
              <a:lnSpc>
                <a:spcPct val="80000"/>
              </a:lnSpc>
              <a:spcBef>
                <a:spcPts val="0"/>
              </a:spcBef>
              <a:spcAft>
                <a:spcPts val="0"/>
              </a:spcAft>
              <a:buClr>
                <a:schemeClr val="accent1"/>
              </a:buClr>
              <a:buSzPts val="3300"/>
              <a:buFont typeface="Arial"/>
              <a:buNone/>
              <a:defRPr sz="33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1" name="Google Shape;91;p51"/>
          <p:cNvSpPr txBox="1"/>
          <p:nvPr>
            <p:ph idx="1" type="subTitle"/>
          </p:nvPr>
        </p:nvSpPr>
        <p:spPr>
          <a:xfrm>
            <a:off x="251223" y="4173951"/>
            <a:ext cx="6345000" cy="217200"/>
          </a:xfrm>
          <a:prstGeom prst="rect">
            <a:avLst/>
          </a:prstGeom>
          <a:noFill/>
          <a:ln>
            <a:noFill/>
          </a:ln>
        </p:spPr>
        <p:txBody>
          <a:bodyPr anchorCtr="0" anchor="t" bIns="0" lIns="0" spcFirstLastPara="1" rIns="0" wrap="square" tIns="0">
            <a:spAutoFit/>
          </a:bodyPr>
          <a:lstStyle>
            <a:lvl1pPr lvl="0" algn="l">
              <a:lnSpc>
                <a:spcPct val="114000"/>
              </a:lnSpc>
              <a:spcBef>
                <a:spcPts val="0"/>
              </a:spcBef>
              <a:spcAft>
                <a:spcPts val="0"/>
              </a:spcAft>
              <a:buClr>
                <a:schemeClr val="dk1"/>
              </a:buClr>
              <a:buSzPts val="1400"/>
              <a:buNone/>
              <a:defRPr b="0" sz="1400" cap="none"/>
            </a:lvl1pPr>
            <a:lvl2pPr lvl="1" algn="ctr">
              <a:lnSpc>
                <a:spcPct val="114000"/>
              </a:lnSpc>
              <a:spcBef>
                <a:spcPts val="500"/>
              </a:spcBef>
              <a:spcAft>
                <a:spcPts val="0"/>
              </a:spcAft>
              <a:buClr>
                <a:schemeClr val="dk1"/>
              </a:buClr>
              <a:buSzPts val="1500"/>
              <a:buNone/>
              <a:defRPr sz="1500"/>
            </a:lvl2pPr>
            <a:lvl3pPr lvl="2" algn="ctr">
              <a:lnSpc>
                <a:spcPct val="114000"/>
              </a:lnSpc>
              <a:spcBef>
                <a:spcPts val="300"/>
              </a:spcBef>
              <a:spcAft>
                <a:spcPts val="0"/>
              </a:spcAft>
              <a:buClr>
                <a:schemeClr val="dk1"/>
              </a:buClr>
              <a:buSzPts val="1400"/>
              <a:buNone/>
              <a:defRPr sz="1400"/>
            </a:lvl3pPr>
            <a:lvl4pPr lvl="3" algn="ctr">
              <a:lnSpc>
                <a:spcPct val="114000"/>
              </a:lnSpc>
              <a:spcBef>
                <a:spcPts val="200"/>
              </a:spcBef>
              <a:spcAft>
                <a:spcPts val="0"/>
              </a:spcAft>
              <a:buClr>
                <a:schemeClr val="dk1"/>
              </a:buClr>
              <a:buSzPts val="1200"/>
              <a:buNone/>
              <a:defRPr sz="1200"/>
            </a:lvl4pPr>
            <a:lvl5pPr lvl="4" algn="ctr">
              <a:lnSpc>
                <a:spcPct val="114000"/>
              </a:lnSpc>
              <a:spcBef>
                <a:spcPts val="200"/>
              </a:spcBef>
              <a:spcAft>
                <a:spcPts val="0"/>
              </a:spcAft>
              <a:buClr>
                <a:schemeClr val="dk1"/>
              </a:buClr>
              <a:buSzPts val="1200"/>
              <a:buNone/>
              <a:defRPr sz="1200"/>
            </a:lvl5pPr>
            <a:lvl6pPr lvl="5" algn="ctr">
              <a:lnSpc>
                <a:spcPct val="114000"/>
              </a:lnSpc>
              <a:spcBef>
                <a:spcPts val="0"/>
              </a:spcBef>
              <a:spcAft>
                <a:spcPts val="0"/>
              </a:spcAft>
              <a:buClr>
                <a:schemeClr val="dk1"/>
              </a:buClr>
              <a:buSzPts val="1200"/>
              <a:buNone/>
              <a:defRPr sz="1200"/>
            </a:lvl6pPr>
            <a:lvl7pPr lvl="6" algn="ctr">
              <a:lnSpc>
                <a:spcPct val="114000"/>
              </a:lnSpc>
              <a:spcBef>
                <a:spcPts val="0"/>
              </a:spcBef>
              <a:spcAft>
                <a:spcPts val="0"/>
              </a:spcAft>
              <a:buClr>
                <a:schemeClr val="dk1"/>
              </a:buClr>
              <a:buSzPts val="1200"/>
              <a:buNone/>
              <a:defRPr sz="1200"/>
            </a:lvl7pPr>
            <a:lvl8pPr lvl="7" algn="ctr">
              <a:lnSpc>
                <a:spcPct val="114000"/>
              </a:lnSpc>
              <a:spcBef>
                <a:spcPts val="0"/>
              </a:spcBef>
              <a:spcAft>
                <a:spcPts val="0"/>
              </a:spcAft>
              <a:buClr>
                <a:schemeClr val="dk1"/>
              </a:buClr>
              <a:buSzPts val="1200"/>
              <a:buNone/>
              <a:defRPr sz="1200"/>
            </a:lvl8pPr>
            <a:lvl9pPr lvl="8" algn="ctr">
              <a:lnSpc>
                <a:spcPct val="114000"/>
              </a:lnSpc>
              <a:spcBef>
                <a:spcPts val="0"/>
              </a:spcBef>
              <a:spcAft>
                <a:spcPts val="0"/>
              </a:spcAft>
              <a:buClr>
                <a:schemeClr val="dk1"/>
              </a:buClr>
              <a:buSzPts val="1200"/>
              <a:buNone/>
              <a:defRPr sz="1200"/>
            </a:lvl9pPr>
          </a:lstStyle>
          <a:p/>
        </p:txBody>
      </p:sp>
      <p:sp>
        <p:nvSpPr>
          <p:cNvPr id="92" name="Google Shape;92;p51"/>
          <p:cNvSpPr/>
          <p:nvPr/>
        </p:nvSpPr>
        <p:spPr>
          <a:xfrm>
            <a:off x="251222" y="2927309"/>
            <a:ext cx="8642700" cy="135000"/>
          </a:xfrm>
          <a:prstGeom prst="rect">
            <a:avLst/>
          </a:prstGeom>
          <a:gradFill>
            <a:gsLst>
              <a:gs pos="0">
                <a:schemeClr val="accent2"/>
              </a:gs>
              <a:gs pos="50000">
                <a:schemeClr val="accent3"/>
              </a:gs>
              <a:gs pos="64600">
                <a:schemeClr val="accent3"/>
              </a:gs>
              <a:gs pos="100000">
                <a:schemeClr val="accent1"/>
              </a:gs>
            </a:gsLst>
            <a:lin ang="0" scaled="0"/>
          </a:gradFill>
          <a:ln>
            <a:noFill/>
          </a:ln>
        </p:spPr>
        <p:txBody>
          <a:bodyPr anchorCtr="0" anchor="t" bIns="54000" lIns="54000" spcFirstLastPara="1" rIns="54000" wrap="square" tIns="54000">
            <a:noAutofit/>
          </a:bodyPr>
          <a:lstStyle/>
          <a:p>
            <a:pPr indent="-127000" lvl="0" marL="203200" marR="0" rtl="0" algn="l">
              <a:lnSpc>
                <a:spcPct val="113000"/>
              </a:lnSpc>
              <a:spcBef>
                <a:spcPts val="0"/>
              </a:spcBef>
              <a:spcAft>
                <a:spcPts val="0"/>
              </a:spcAft>
              <a:buClr>
                <a:schemeClr val="dk1"/>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93" name="Google Shape;93;p51"/>
          <p:cNvSpPr txBox="1"/>
          <p:nvPr>
            <p:ph idx="2" type="body"/>
          </p:nvPr>
        </p:nvSpPr>
        <p:spPr>
          <a:xfrm>
            <a:off x="251222" y="4682132"/>
            <a:ext cx="6345000" cy="2001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900"/>
              </a:spcBef>
              <a:spcAft>
                <a:spcPts val="0"/>
              </a:spcAft>
              <a:buClr>
                <a:schemeClr val="dk1"/>
              </a:buClr>
              <a:buSzPts val="1200"/>
              <a:buFont typeface="Arial"/>
              <a:buNone/>
              <a:defRPr b="0" sz="1200" cap="none"/>
            </a:lvl1pPr>
            <a:lvl2pPr indent="-228600" lvl="1" marL="914400" algn="l">
              <a:lnSpc>
                <a:spcPct val="114000"/>
              </a:lnSpc>
              <a:spcBef>
                <a:spcPts val="500"/>
              </a:spcBef>
              <a:spcAft>
                <a:spcPts val="0"/>
              </a:spcAft>
              <a:buClr>
                <a:schemeClr val="dk1"/>
              </a:buClr>
              <a:buSzPts val="1200"/>
              <a:buFont typeface="Arial"/>
              <a:buNone/>
              <a:defRPr sz="1200" cap="none"/>
            </a:lvl2pPr>
            <a:lvl3pPr indent="-228600" lvl="2" marL="1371600" algn="l">
              <a:lnSpc>
                <a:spcPct val="114000"/>
              </a:lnSpc>
              <a:spcBef>
                <a:spcPts val="300"/>
              </a:spcBef>
              <a:spcAft>
                <a:spcPts val="0"/>
              </a:spcAft>
              <a:buClr>
                <a:schemeClr val="dk1"/>
              </a:buClr>
              <a:buSzPts val="1200"/>
              <a:buNone/>
              <a:defRPr sz="1200" cap="none"/>
            </a:lvl3pPr>
            <a:lvl4pPr indent="-228600" lvl="3" marL="1828800" algn="l">
              <a:lnSpc>
                <a:spcPct val="114000"/>
              </a:lnSpc>
              <a:spcBef>
                <a:spcPts val="200"/>
              </a:spcBef>
              <a:spcAft>
                <a:spcPts val="0"/>
              </a:spcAft>
              <a:buClr>
                <a:schemeClr val="dk1"/>
              </a:buClr>
              <a:buSzPts val="1200"/>
              <a:buNone/>
              <a:defRPr sz="1200" cap="none"/>
            </a:lvl4pPr>
            <a:lvl5pPr indent="-228600" lvl="4" marL="2286000" algn="l">
              <a:lnSpc>
                <a:spcPct val="114000"/>
              </a:lnSpc>
              <a:spcBef>
                <a:spcPts val="200"/>
              </a:spcBef>
              <a:spcAft>
                <a:spcPts val="0"/>
              </a:spcAft>
              <a:buClr>
                <a:schemeClr val="dk1"/>
              </a:buClr>
              <a:buSzPts val="1200"/>
              <a:buNone/>
              <a:defRPr sz="1200" cap="none"/>
            </a:lvl5pPr>
            <a:lvl6pPr indent="-317500" lvl="5" marL="2743200" algn="l">
              <a:lnSpc>
                <a:spcPct val="114000"/>
              </a:lnSpc>
              <a:spcBef>
                <a:spcPts val="0"/>
              </a:spcBef>
              <a:spcAft>
                <a:spcPts val="0"/>
              </a:spcAft>
              <a:buClr>
                <a:schemeClr val="dk1"/>
              </a:buClr>
              <a:buSzPts val="1400"/>
              <a:buChar char="•"/>
              <a:defRPr/>
            </a:lvl6pPr>
            <a:lvl7pPr indent="-317500" lvl="6" marL="3200400" algn="l">
              <a:lnSpc>
                <a:spcPct val="114000"/>
              </a:lnSpc>
              <a:spcBef>
                <a:spcPts val="0"/>
              </a:spcBef>
              <a:spcAft>
                <a:spcPts val="0"/>
              </a:spcAft>
              <a:buClr>
                <a:schemeClr val="dk1"/>
              </a:buClr>
              <a:buSzPts val="1400"/>
              <a:buChar char="•"/>
              <a:defRPr/>
            </a:lvl7pPr>
            <a:lvl8pPr indent="-317500" lvl="7" marL="3657600" algn="l">
              <a:lnSpc>
                <a:spcPct val="114000"/>
              </a:lnSpc>
              <a:spcBef>
                <a:spcPts val="0"/>
              </a:spcBef>
              <a:spcAft>
                <a:spcPts val="0"/>
              </a:spcAft>
              <a:buClr>
                <a:schemeClr val="dk1"/>
              </a:buClr>
              <a:buSzPts val="1400"/>
              <a:buChar char="•"/>
              <a:defRPr/>
            </a:lvl8pPr>
            <a:lvl9pPr indent="-317500" lvl="8" marL="4114800" algn="l">
              <a:lnSpc>
                <a:spcPct val="114000"/>
              </a:lnSpc>
              <a:spcBef>
                <a:spcPts val="0"/>
              </a:spcBef>
              <a:spcAft>
                <a:spcPts val="0"/>
              </a:spcAft>
              <a:buClr>
                <a:schemeClr val="dk1"/>
              </a:buClr>
              <a:buSzPts val="1400"/>
              <a:buChar char="•"/>
              <a:defRPr/>
            </a:lvl9pPr>
          </a:lstStyle>
          <a:p/>
        </p:txBody>
      </p:sp>
      <p:sp>
        <p:nvSpPr>
          <p:cNvPr id="94" name="Google Shape;94;p51"/>
          <p:cNvSpPr/>
          <p:nvPr/>
        </p:nvSpPr>
        <p:spPr>
          <a:xfrm>
            <a:off x="251250" y="250033"/>
            <a:ext cx="8642700" cy="2677200"/>
          </a:xfrm>
          <a:prstGeom prst="rect">
            <a:avLst/>
          </a:prstGeom>
          <a:solidFill>
            <a:srgbClr val="B4B4B4"/>
          </a:solidFill>
          <a:ln>
            <a:noFill/>
          </a:ln>
        </p:spPr>
        <p:txBody>
          <a:bodyPr anchorCtr="0" anchor="t" bIns="0" lIns="54000" spcFirstLastPara="1" rIns="0" wrap="square" tIns="54000">
            <a:noAutofit/>
          </a:bodyPr>
          <a:lstStyle/>
          <a:p>
            <a:pPr indent="0" lvl="0" marL="0" marR="0" rtl="0" algn="l">
              <a:lnSpc>
                <a:spcPct val="114000"/>
              </a:lnSpc>
              <a:spcBef>
                <a:spcPts val="90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pic>
        <p:nvPicPr>
          <p:cNvPr descr="https://lh6.googleusercontent.com/cdbpBLCH8QDlr_yD9lgrksZK3jx9dbdkuXOMhOSbOkZFTVigjyBpbhaG9LqHgHRZ8C8m6UxHSKskjB74o0g8_cMqFFO3d8RcDueahUgMC79V-K-gT8N-q8mSs5gWWngk5lzYR4iccCs" id="95" name="Google Shape;95;p51"/>
          <p:cNvPicPr preferRelativeResize="0"/>
          <p:nvPr/>
        </p:nvPicPr>
        <p:blipFill rotWithShape="1">
          <a:blip r:embed="rId2">
            <a:alphaModFix/>
          </a:blip>
          <a:srcRect b="0" l="0" r="0" t="0"/>
          <a:stretch/>
        </p:blipFill>
        <p:spPr>
          <a:xfrm>
            <a:off x="6874999" y="4522385"/>
            <a:ext cx="2148839" cy="420517"/>
          </a:xfrm>
          <a:prstGeom prst="rect">
            <a:avLst/>
          </a:prstGeom>
          <a:noFill/>
          <a:ln>
            <a:noFill/>
          </a:ln>
        </p:spPr>
      </p:pic>
    </p:spTree>
  </p:cSld>
  <p:clrMapOvr>
    <a:masterClrMapping/>
  </p:clrMapOvr>
  <p:extLst>
    <p:ext uri="{DCECCB84-F9BA-43D5-87BE-67443E8EF086}">
      <p15:sldGuideLst>
        <p15:guide id="1" orient="horz" pos="15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6" name="Shape 96"/>
        <p:cNvGrpSpPr/>
        <p:nvPr/>
      </p:nvGrpSpPr>
      <p:grpSpPr>
        <a:xfrm>
          <a:off x="0" y="0"/>
          <a:ext cx="0" cy="0"/>
          <a:chOff x="0" y="0"/>
          <a:chExt cx="0" cy="0"/>
        </a:xfrm>
      </p:grpSpPr>
      <p:sp>
        <p:nvSpPr>
          <p:cNvPr id="97" name="Google Shape;97;p52"/>
          <p:cNvSpPr txBox="1"/>
          <p:nvPr>
            <p:ph type="title"/>
          </p:nvPr>
        </p:nvSpPr>
        <p:spPr>
          <a:xfrm>
            <a:off x="251222" y="216000"/>
            <a:ext cx="8641500" cy="2352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Clr>
                <a:schemeClr val="accen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8" name="Google Shape;98;p52"/>
          <p:cNvSpPr txBox="1"/>
          <p:nvPr>
            <p:ph idx="12" type="sldNum"/>
          </p:nvPr>
        </p:nvSpPr>
        <p:spPr>
          <a:xfrm>
            <a:off x="250031" y="4795285"/>
            <a:ext cx="216600" cy="1155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wo columns)" type="twoObj">
  <p:cSld name="TWO_OBJECTS">
    <p:spTree>
      <p:nvGrpSpPr>
        <p:cNvPr id="99" name="Shape 99"/>
        <p:cNvGrpSpPr/>
        <p:nvPr/>
      </p:nvGrpSpPr>
      <p:grpSpPr>
        <a:xfrm>
          <a:off x="0" y="0"/>
          <a:ext cx="0" cy="0"/>
          <a:chOff x="0" y="0"/>
          <a:chExt cx="0" cy="0"/>
        </a:xfrm>
      </p:grpSpPr>
      <p:sp>
        <p:nvSpPr>
          <p:cNvPr id="100" name="Google Shape;100;p53"/>
          <p:cNvSpPr txBox="1"/>
          <p:nvPr>
            <p:ph type="title"/>
          </p:nvPr>
        </p:nvSpPr>
        <p:spPr>
          <a:xfrm>
            <a:off x="251222" y="216000"/>
            <a:ext cx="8641500" cy="2352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Clr>
                <a:schemeClr val="accen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53"/>
          <p:cNvSpPr txBox="1"/>
          <p:nvPr>
            <p:ph idx="1" type="body"/>
          </p:nvPr>
        </p:nvSpPr>
        <p:spPr>
          <a:xfrm>
            <a:off x="251222" y="925116"/>
            <a:ext cx="4212600" cy="37803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900"/>
              </a:spcBef>
              <a:spcAft>
                <a:spcPts val="0"/>
              </a:spcAft>
              <a:buClr>
                <a:schemeClr val="dk1"/>
              </a:buClr>
              <a:buSzPts val="1400"/>
              <a:buNone/>
              <a:defRPr/>
            </a:lvl1pPr>
            <a:lvl2pPr indent="-228600" lvl="1" marL="914400" algn="l">
              <a:lnSpc>
                <a:spcPct val="114000"/>
              </a:lnSpc>
              <a:spcBef>
                <a:spcPts val="500"/>
              </a:spcBef>
              <a:spcAft>
                <a:spcPts val="0"/>
              </a:spcAft>
              <a:buClr>
                <a:schemeClr val="dk1"/>
              </a:buClr>
              <a:buSzPts val="1400"/>
              <a:buNone/>
              <a:defRPr/>
            </a:lvl2pPr>
            <a:lvl3pPr indent="-317500" lvl="2" marL="1371600" algn="l">
              <a:lnSpc>
                <a:spcPct val="114000"/>
              </a:lnSpc>
              <a:spcBef>
                <a:spcPts val="300"/>
              </a:spcBef>
              <a:spcAft>
                <a:spcPts val="0"/>
              </a:spcAft>
              <a:buClr>
                <a:schemeClr val="dk1"/>
              </a:buClr>
              <a:buSzPts val="1400"/>
              <a:buChar char="•"/>
              <a:defRPr/>
            </a:lvl3pPr>
            <a:lvl4pPr indent="-317500" lvl="3" marL="1828800" algn="l">
              <a:lnSpc>
                <a:spcPct val="114000"/>
              </a:lnSpc>
              <a:spcBef>
                <a:spcPts val="200"/>
              </a:spcBef>
              <a:spcAft>
                <a:spcPts val="0"/>
              </a:spcAft>
              <a:buClr>
                <a:schemeClr val="dk1"/>
              </a:buClr>
              <a:buSzPts val="1400"/>
              <a:buChar char="•"/>
              <a:defRPr/>
            </a:lvl4pPr>
            <a:lvl5pPr indent="-317500" lvl="4" marL="2286000" algn="l">
              <a:lnSpc>
                <a:spcPct val="114000"/>
              </a:lnSpc>
              <a:spcBef>
                <a:spcPts val="200"/>
              </a:spcBef>
              <a:spcAft>
                <a:spcPts val="0"/>
              </a:spcAft>
              <a:buClr>
                <a:schemeClr val="dk1"/>
              </a:buClr>
              <a:buSzPts val="1400"/>
              <a:buChar char="•"/>
              <a:defRPr/>
            </a:lvl5pPr>
            <a:lvl6pPr indent="-317500" lvl="5" marL="2743200" algn="l">
              <a:lnSpc>
                <a:spcPct val="114000"/>
              </a:lnSpc>
              <a:spcBef>
                <a:spcPts val="0"/>
              </a:spcBef>
              <a:spcAft>
                <a:spcPts val="0"/>
              </a:spcAft>
              <a:buClr>
                <a:schemeClr val="dk1"/>
              </a:buClr>
              <a:buSzPts val="1400"/>
              <a:buChar char="•"/>
              <a:defRPr/>
            </a:lvl6pPr>
            <a:lvl7pPr indent="-317500" lvl="6" marL="3200400" algn="l">
              <a:lnSpc>
                <a:spcPct val="114000"/>
              </a:lnSpc>
              <a:spcBef>
                <a:spcPts val="0"/>
              </a:spcBef>
              <a:spcAft>
                <a:spcPts val="0"/>
              </a:spcAft>
              <a:buClr>
                <a:schemeClr val="dk1"/>
              </a:buClr>
              <a:buSzPts val="1400"/>
              <a:buChar char="•"/>
              <a:defRPr/>
            </a:lvl7pPr>
            <a:lvl8pPr indent="-317500" lvl="7" marL="3657600" algn="l">
              <a:lnSpc>
                <a:spcPct val="114000"/>
              </a:lnSpc>
              <a:spcBef>
                <a:spcPts val="0"/>
              </a:spcBef>
              <a:spcAft>
                <a:spcPts val="0"/>
              </a:spcAft>
              <a:buClr>
                <a:schemeClr val="dk1"/>
              </a:buClr>
              <a:buSzPts val="1400"/>
              <a:buChar char="•"/>
              <a:defRPr/>
            </a:lvl8pPr>
            <a:lvl9pPr indent="-317500" lvl="8" marL="4114800" algn="l">
              <a:lnSpc>
                <a:spcPct val="114000"/>
              </a:lnSpc>
              <a:spcBef>
                <a:spcPts val="0"/>
              </a:spcBef>
              <a:spcAft>
                <a:spcPts val="0"/>
              </a:spcAft>
              <a:buClr>
                <a:schemeClr val="dk1"/>
              </a:buClr>
              <a:buSzPts val="1400"/>
              <a:buChar char="•"/>
              <a:defRPr/>
            </a:lvl9pPr>
          </a:lstStyle>
          <a:p/>
        </p:txBody>
      </p:sp>
      <p:sp>
        <p:nvSpPr>
          <p:cNvPr id="102" name="Google Shape;102;p53"/>
          <p:cNvSpPr txBox="1"/>
          <p:nvPr>
            <p:ph idx="2" type="body"/>
          </p:nvPr>
        </p:nvSpPr>
        <p:spPr>
          <a:xfrm>
            <a:off x="4680347" y="925116"/>
            <a:ext cx="4212600" cy="37803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900"/>
              </a:spcBef>
              <a:spcAft>
                <a:spcPts val="0"/>
              </a:spcAft>
              <a:buClr>
                <a:schemeClr val="dk1"/>
              </a:buClr>
              <a:buSzPts val="1400"/>
              <a:buNone/>
              <a:defRPr/>
            </a:lvl1pPr>
            <a:lvl2pPr indent="-228600" lvl="1" marL="914400" algn="l">
              <a:lnSpc>
                <a:spcPct val="114000"/>
              </a:lnSpc>
              <a:spcBef>
                <a:spcPts val="500"/>
              </a:spcBef>
              <a:spcAft>
                <a:spcPts val="0"/>
              </a:spcAft>
              <a:buClr>
                <a:schemeClr val="dk1"/>
              </a:buClr>
              <a:buSzPts val="1400"/>
              <a:buNone/>
              <a:defRPr/>
            </a:lvl2pPr>
            <a:lvl3pPr indent="-317500" lvl="2" marL="1371600" algn="l">
              <a:lnSpc>
                <a:spcPct val="114000"/>
              </a:lnSpc>
              <a:spcBef>
                <a:spcPts val="300"/>
              </a:spcBef>
              <a:spcAft>
                <a:spcPts val="0"/>
              </a:spcAft>
              <a:buClr>
                <a:schemeClr val="dk1"/>
              </a:buClr>
              <a:buSzPts val="1400"/>
              <a:buChar char="•"/>
              <a:defRPr/>
            </a:lvl3pPr>
            <a:lvl4pPr indent="-317500" lvl="3" marL="1828800" algn="l">
              <a:lnSpc>
                <a:spcPct val="114000"/>
              </a:lnSpc>
              <a:spcBef>
                <a:spcPts val="200"/>
              </a:spcBef>
              <a:spcAft>
                <a:spcPts val="0"/>
              </a:spcAft>
              <a:buClr>
                <a:schemeClr val="dk1"/>
              </a:buClr>
              <a:buSzPts val="1400"/>
              <a:buChar char="•"/>
              <a:defRPr/>
            </a:lvl4pPr>
            <a:lvl5pPr indent="-317500" lvl="4" marL="2286000" algn="l">
              <a:lnSpc>
                <a:spcPct val="114000"/>
              </a:lnSpc>
              <a:spcBef>
                <a:spcPts val="200"/>
              </a:spcBef>
              <a:spcAft>
                <a:spcPts val="0"/>
              </a:spcAft>
              <a:buClr>
                <a:schemeClr val="dk1"/>
              </a:buClr>
              <a:buSzPts val="1400"/>
              <a:buChar char="•"/>
              <a:defRPr/>
            </a:lvl5pPr>
            <a:lvl6pPr indent="-317500" lvl="5" marL="2743200" algn="l">
              <a:lnSpc>
                <a:spcPct val="114000"/>
              </a:lnSpc>
              <a:spcBef>
                <a:spcPts val="0"/>
              </a:spcBef>
              <a:spcAft>
                <a:spcPts val="0"/>
              </a:spcAft>
              <a:buClr>
                <a:schemeClr val="dk1"/>
              </a:buClr>
              <a:buSzPts val="1400"/>
              <a:buChar char="•"/>
              <a:defRPr/>
            </a:lvl6pPr>
            <a:lvl7pPr indent="-317500" lvl="6" marL="3200400" algn="l">
              <a:lnSpc>
                <a:spcPct val="114000"/>
              </a:lnSpc>
              <a:spcBef>
                <a:spcPts val="0"/>
              </a:spcBef>
              <a:spcAft>
                <a:spcPts val="0"/>
              </a:spcAft>
              <a:buClr>
                <a:schemeClr val="dk1"/>
              </a:buClr>
              <a:buSzPts val="1400"/>
              <a:buChar char="•"/>
              <a:defRPr/>
            </a:lvl7pPr>
            <a:lvl8pPr indent="-317500" lvl="7" marL="3657600" algn="l">
              <a:lnSpc>
                <a:spcPct val="114000"/>
              </a:lnSpc>
              <a:spcBef>
                <a:spcPts val="0"/>
              </a:spcBef>
              <a:spcAft>
                <a:spcPts val="0"/>
              </a:spcAft>
              <a:buClr>
                <a:schemeClr val="dk1"/>
              </a:buClr>
              <a:buSzPts val="1400"/>
              <a:buChar char="•"/>
              <a:defRPr/>
            </a:lvl8pPr>
            <a:lvl9pPr indent="-317500" lvl="8" marL="4114800" algn="l">
              <a:lnSpc>
                <a:spcPct val="114000"/>
              </a:lnSpc>
              <a:spcBef>
                <a:spcPts val="0"/>
              </a:spcBef>
              <a:spcAft>
                <a:spcPts val="0"/>
              </a:spcAft>
              <a:buClr>
                <a:schemeClr val="dk1"/>
              </a:buClr>
              <a:buSzPts val="1400"/>
              <a:buChar char="•"/>
              <a:defRPr/>
            </a:lvl9pPr>
          </a:lstStyle>
          <a:p/>
        </p:txBody>
      </p:sp>
      <p:sp>
        <p:nvSpPr>
          <p:cNvPr id="103" name="Google Shape;103;p53"/>
          <p:cNvSpPr txBox="1"/>
          <p:nvPr>
            <p:ph idx="12" type="sldNum"/>
          </p:nvPr>
        </p:nvSpPr>
        <p:spPr>
          <a:xfrm>
            <a:off x="250031" y="4795285"/>
            <a:ext cx="216600" cy="1155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CO"/>
              <a:t>‹#›</a:t>
            </a:fld>
            <a:endParaRPr/>
          </a:p>
        </p:txBody>
      </p:sp>
    </p:spTree>
  </p:cSld>
  <p:clrMapOvr>
    <a:masterClrMapping/>
  </p:clrMapOvr>
  <p:extLst>
    <p:ext uri="{DCECCB84-F9BA-43D5-87BE-67443E8EF086}">
      <p15:sldGuideLst>
        <p15:guide id="1" pos="2812">
          <p15:clr>
            <a:srgbClr val="FBAE40"/>
          </p15:clr>
        </p15:guide>
        <p15:guide id="2" pos="294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Image">
  <p:cSld name="Title, Text and Image">
    <p:spTree>
      <p:nvGrpSpPr>
        <p:cNvPr id="104" name="Shape 104"/>
        <p:cNvGrpSpPr/>
        <p:nvPr/>
      </p:nvGrpSpPr>
      <p:grpSpPr>
        <a:xfrm>
          <a:off x="0" y="0"/>
          <a:ext cx="0" cy="0"/>
          <a:chOff x="0" y="0"/>
          <a:chExt cx="0" cy="0"/>
        </a:xfrm>
      </p:grpSpPr>
      <p:sp>
        <p:nvSpPr>
          <p:cNvPr id="105" name="Google Shape;105;p54"/>
          <p:cNvSpPr txBox="1"/>
          <p:nvPr>
            <p:ph type="title"/>
          </p:nvPr>
        </p:nvSpPr>
        <p:spPr>
          <a:xfrm>
            <a:off x="251222" y="216000"/>
            <a:ext cx="8641500" cy="2352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Clr>
                <a:schemeClr val="accen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6" name="Google Shape;106;p54"/>
          <p:cNvSpPr txBox="1"/>
          <p:nvPr>
            <p:ph idx="1" type="body"/>
          </p:nvPr>
        </p:nvSpPr>
        <p:spPr>
          <a:xfrm>
            <a:off x="251222" y="925116"/>
            <a:ext cx="4942500" cy="37803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900"/>
              </a:spcBef>
              <a:spcAft>
                <a:spcPts val="0"/>
              </a:spcAft>
              <a:buClr>
                <a:schemeClr val="dk1"/>
              </a:buClr>
              <a:buSzPts val="1400"/>
              <a:buNone/>
              <a:defRPr/>
            </a:lvl1pPr>
            <a:lvl2pPr indent="-228600" lvl="1" marL="914400" algn="l">
              <a:lnSpc>
                <a:spcPct val="114000"/>
              </a:lnSpc>
              <a:spcBef>
                <a:spcPts val="500"/>
              </a:spcBef>
              <a:spcAft>
                <a:spcPts val="0"/>
              </a:spcAft>
              <a:buClr>
                <a:schemeClr val="dk1"/>
              </a:buClr>
              <a:buSzPts val="1400"/>
              <a:buNone/>
              <a:defRPr/>
            </a:lvl2pPr>
            <a:lvl3pPr indent="-317500" lvl="2" marL="1371600" algn="l">
              <a:lnSpc>
                <a:spcPct val="114000"/>
              </a:lnSpc>
              <a:spcBef>
                <a:spcPts val="300"/>
              </a:spcBef>
              <a:spcAft>
                <a:spcPts val="0"/>
              </a:spcAft>
              <a:buClr>
                <a:schemeClr val="dk1"/>
              </a:buClr>
              <a:buSzPts val="1400"/>
              <a:buChar char="•"/>
              <a:defRPr/>
            </a:lvl3pPr>
            <a:lvl4pPr indent="-317500" lvl="3" marL="1828800" algn="l">
              <a:lnSpc>
                <a:spcPct val="114000"/>
              </a:lnSpc>
              <a:spcBef>
                <a:spcPts val="200"/>
              </a:spcBef>
              <a:spcAft>
                <a:spcPts val="0"/>
              </a:spcAft>
              <a:buClr>
                <a:schemeClr val="dk1"/>
              </a:buClr>
              <a:buSzPts val="1400"/>
              <a:buChar char="•"/>
              <a:defRPr/>
            </a:lvl4pPr>
            <a:lvl5pPr indent="-317500" lvl="4" marL="2286000" algn="l">
              <a:lnSpc>
                <a:spcPct val="114000"/>
              </a:lnSpc>
              <a:spcBef>
                <a:spcPts val="200"/>
              </a:spcBef>
              <a:spcAft>
                <a:spcPts val="0"/>
              </a:spcAft>
              <a:buClr>
                <a:schemeClr val="dk1"/>
              </a:buClr>
              <a:buSzPts val="1400"/>
              <a:buChar char="•"/>
              <a:defRPr/>
            </a:lvl5pPr>
            <a:lvl6pPr indent="-317500" lvl="5" marL="2743200" algn="l">
              <a:lnSpc>
                <a:spcPct val="114000"/>
              </a:lnSpc>
              <a:spcBef>
                <a:spcPts val="0"/>
              </a:spcBef>
              <a:spcAft>
                <a:spcPts val="0"/>
              </a:spcAft>
              <a:buClr>
                <a:schemeClr val="dk1"/>
              </a:buClr>
              <a:buSzPts val="1400"/>
              <a:buChar char="•"/>
              <a:defRPr/>
            </a:lvl6pPr>
            <a:lvl7pPr indent="-317500" lvl="6" marL="3200400" algn="l">
              <a:lnSpc>
                <a:spcPct val="114000"/>
              </a:lnSpc>
              <a:spcBef>
                <a:spcPts val="0"/>
              </a:spcBef>
              <a:spcAft>
                <a:spcPts val="0"/>
              </a:spcAft>
              <a:buClr>
                <a:schemeClr val="dk1"/>
              </a:buClr>
              <a:buSzPts val="1400"/>
              <a:buChar char="•"/>
              <a:defRPr/>
            </a:lvl7pPr>
            <a:lvl8pPr indent="-317500" lvl="7" marL="3657600" algn="l">
              <a:lnSpc>
                <a:spcPct val="114000"/>
              </a:lnSpc>
              <a:spcBef>
                <a:spcPts val="0"/>
              </a:spcBef>
              <a:spcAft>
                <a:spcPts val="0"/>
              </a:spcAft>
              <a:buClr>
                <a:schemeClr val="dk1"/>
              </a:buClr>
              <a:buSzPts val="1400"/>
              <a:buChar char="•"/>
              <a:defRPr/>
            </a:lvl8pPr>
            <a:lvl9pPr indent="-317500" lvl="8" marL="4114800" algn="l">
              <a:lnSpc>
                <a:spcPct val="114000"/>
              </a:lnSpc>
              <a:spcBef>
                <a:spcPts val="0"/>
              </a:spcBef>
              <a:spcAft>
                <a:spcPts val="0"/>
              </a:spcAft>
              <a:buClr>
                <a:schemeClr val="dk1"/>
              </a:buClr>
              <a:buSzPts val="1400"/>
              <a:buChar char="•"/>
              <a:defRPr/>
            </a:lvl9pPr>
          </a:lstStyle>
          <a:p/>
        </p:txBody>
      </p:sp>
      <p:sp>
        <p:nvSpPr>
          <p:cNvPr id="107" name="Google Shape;107;p54"/>
          <p:cNvSpPr txBox="1"/>
          <p:nvPr>
            <p:ph idx="12" type="sldNum"/>
          </p:nvPr>
        </p:nvSpPr>
        <p:spPr>
          <a:xfrm>
            <a:off x="250031" y="4795285"/>
            <a:ext cx="216600" cy="1155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CO"/>
              <a:t>‹#›</a:t>
            </a:fld>
            <a:endParaRPr/>
          </a:p>
        </p:txBody>
      </p:sp>
      <p:sp>
        <p:nvSpPr>
          <p:cNvPr id="108" name="Google Shape;108;p54"/>
          <p:cNvSpPr/>
          <p:nvPr>
            <p:ph idx="2" type="pic"/>
          </p:nvPr>
        </p:nvSpPr>
        <p:spPr>
          <a:xfrm>
            <a:off x="5409093" y="925116"/>
            <a:ext cx="3483600" cy="3780300"/>
          </a:xfrm>
          <a:prstGeom prst="rect">
            <a:avLst/>
          </a:prstGeom>
          <a:solidFill>
            <a:schemeClr val="accent5"/>
          </a:solidFill>
          <a:ln>
            <a:noFill/>
          </a:ln>
        </p:spPr>
      </p:sp>
    </p:spTree>
  </p:cSld>
  <p:clrMapOvr>
    <a:masterClrMapping/>
  </p:clrMapOvr>
  <p:extLst>
    <p:ext uri="{DCECCB84-F9BA-43D5-87BE-67443E8EF086}">
      <p15:sldGuideLst>
        <p15:guide id="1" pos="3271">
          <p15:clr>
            <a:srgbClr val="FBAE40"/>
          </p15:clr>
        </p15:guide>
        <p15:guide id="2" pos="340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Divider 02" showMasterSp="0">
  <p:cSld name="Chapter Divider 02">
    <p:bg>
      <p:bgPr>
        <a:solidFill>
          <a:schemeClr val="accent3"/>
        </a:solidFill>
      </p:bgPr>
    </p:bg>
    <p:spTree>
      <p:nvGrpSpPr>
        <p:cNvPr id="109" name="Shape 109"/>
        <p:cNvGrpSpPr/>
        <p:nvPr/>
      </p:nvGrpSpPr>
      <p:grpSpPr>
        <a:xfrm>
          <a:off x="0" y="0"/>
          <a:ext cx="0" cy="0"/>
          <a:chOff x="0" y="0"/>
          <a:chExt cx="0" cy="0"/>
        </a:xfrm>
      </p:grpSpPr>
      <p:sp>
        <p:nvSpPr>
          <p:cNvPr id="110" name="Google Shape;110;p55"/>
          <p:cNvSpPr txBox="1"/>
          <p:nvPr>
            <p:ph type="title"/>
          </p:nvPr>
        </p:nvSpPr>
        <p:spPr>
          <a:xfrm>
            <a:off x="251222" y="1741349"/>
            <a:ext cx="4105500" cy="1662000"/>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1" name="Google Shape;111;p55"/>
          <p:cNvSpPr/>
          <p:nvPr>
            <p:ph idx="2" type="pic"/>
          </p:nvPr>
        </p:nvSpPr>
        <p:spPr>
          <a:xfrm>
            <a:off x="4572000" y="251222"/>
            <a:ext cx="4320600" cy="4642200"/>
          </a:xfrm>
          <a:prstGeom prst="rect">
            <a:avLst/>
          </a:prstGeom>
          <a:solidFill>
            <a:schemeClr val="lt1"/>
          </a:solid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Divider 03" showMasterSp="0">
  <p:cSld name="Chapter Divider 03">
    <p:bg>
      <p:bgPr>
        <a:solidFill>
          <a:schemeClr val="accent2"/>
        </a:solidFill>
      </p:bgPr>
    </p:bg>
    <p:spTree>
      <p:nvGrpSpPr>
        <p:cNvPr id="112" name="Shape 112"/>
        <p:cNvGrpSpPr/>
        <p:nvPr/>
      </p:nvGrpSpPr>
      <p:grpSpPr>
        <a:xfrm>
          <a:off x="0" y="0"/>
          <a:ext cx="0" cy="0"/>
          <a:chOff x="0" y="0"/>
          <a:chExt cx="0" cy="0"/>
        </a:xfrm>
      </p:grpSpPr>
      <p:sp>
        <p:nvSpPr>
          <p:cNvPr id="113" name="Google Shape;113;p56"/>
          <p:cNvSpPr txBox="1"/>
          <p:nvPr>
            <p:ph type="title"/>
          </p:nvPr>
        </p:nvSpPr>
        <p:spPr>
          <a:xfrm>
            <a:off x="251222" y="1741349"/>
            <a:ext cx="4105500" cy="1662000"/>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4" name="Google Shape;114;p56"/>
          <p:cNvSpPr/>
          <p:nvPr>
            <p:ph idx="2" type="pic"/>
          </p:nvPr>
        </p:nvSpPr>
        <p:spPr>
          <a:xfrm>
            <a:off x="4572000" y="251222"/>
            <a:ext cx="4320600" cy="4642200"/>
          </a:xfrm>
          <a:prstGeom prst="rect">
            <a:avLst/>
          </a:prstGeom>
          <a:solidFill>
            <a:schemeClr val="lt1"/>
          </a:solid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Divider 01" showMasterSp="0">
  <p:cSld name="Chapter Divider 01">
    <p:spTree>
      <p:nvGrpSpPr>
        <p:cNvPr id="115" name="Shape 115"/>
        <p:cNvGrpSpPr/>
        <p:nvPr/>
      </p:nvGrpSpPr>
      <p:grpSpPr>
        <a:xfrm>
          <a:off x="0" y="0"/>
          <a:ext cx="0" cy="0"/>
          <a:chOff x="0" y="0"/>
          <a:chExt cx="0" cy="0"/>
        </a:xfrm>
      </p:grpSpPr>
      <p:sp>
        <p:nvSpPr>
          <p:cNvPr id="116" name="Google Shape;116;p57"/>
          <p:cNvSpPr txBox="1"/>
          <p:nvPr>
            <p:ph type="title"/>
          </p:nvPr>
        </p:nvSpPr>
        <p:spPr>
          <a:xfrm>
            <a:off x="251222" y="1741349"/>
            <a:ext cx="4105500" cy="1662000"/>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accent1"/>
              </a:buClr>
              <a:buSzPts val="3600"/>
              <a:buFont typeface="Arial"/>
              <a:buNone/>
              <a:defRPr sz="36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7" name="Google Shape;117;p57"/>
          <p:cNvSpPr/>
          <p:nvPr>
            <p:ph idx="2" type="pic"/>
          </p:nvPr>
        </p:nvSpPr>
        <p:spPr>
          <a:xfrm>
            <a:off x="4572000" y="251222"/>
            <a:ext cx="4320600" cy="4642200"/>
          </a:xfrm>
          <a:prstGeom prst="rect">
            <a:avLst/>
          </a:prstGeom>
          <a:solidFill>
            <a:schemeClr val="accent5"/>
          </a:solid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without dividing line)" showMasterSp="0">
  <p:cSld name="Title only (without dividing line)">
    <p:spTree>
      <p:nvGrpSpPr>
        <p:cNvPr id="118" name="Shape 118"/>
        <p:cNvGrpSpPr/>
        <p:nvPr/>
      </p:nvGrpSpPr>
      <p:grpSpPr>
        <a:xfrm>
          <a:off x="0" y="0"/>
          <a:ext cx="0" cy="0"/>
          <a:chOff x="0" y="0"/>
          <a:chExt cx="0" cy="0"/>
        </a:xfrm>
      </p:grpSpPr>
      <p:sp>
        <p:nvSpPr>
          <p:cNvPr id="119" name="Google Shape;119;p58"/>
          <p:cNvSpPr txBox="1"/>
          <p:nvPr>
            <p:ph type="title"/>
          </p:nvPr>
        </p:nvSpPr>
        <p:spPr>
          <a:xfrm>
            <a:off x="251222" y="216000"/>
            <a:ext cx="8641500" cy="2352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Clr>
                <a:schemeClr val="accent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0" name="Google Shape;120;p58"/>
          <p:cNvSpPr txBox="1"/>
          <p:nvPr>
            <p:ph idx="12" type="sldNum"/>
          </p:nvPr>
        </p:nvSpPr>
        <p:spPr>
          <a:xfrm>
            <a:off x="250031" y="4795285"/>
            <a:ext cx="216600" cy="1155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CO"/>
              <a:t>‹#›</a:t>
            </a:fld>
            <a:endParaRPr/>
          </a:p>
        </p:txBody>
      </p:sp>
      <p:sp>
        <p:nvSpPr>
          <p:cNvPr id="121" name="Google Shape;121;p58"/>
          <p:cNvSpPr/>
          <p:nvPr/>
        </p:nvSpPr>
        <p:spPr>
          <a:xfrm>
            <a:off x="0" y="5000670"/>
            <a:ext cx="9144000" cy="142800"/>
          </a:xfrm>
          <a:prstGeom prst="rect">
            <a:avLst/>
          </a:prstGeom>
          <a:gradFill>
            <a:gsLst>
              <a:gs pos="0">
                <a:schemeClr val="accent2"/>
              </a:gs>
              <a:gs pos="50000">
                <a:schemeClr val="accent3"/>
              </a:gs>
              <a:gs pos="64600">
                <a:schemeClr val="accent3"/>
              </a:gs>
              <a:gs pos="100000">
                <a:schemeClr val="accent1"/>
              </a:gs>
            </a:gsLst>
            <a:lin ang="0" scaled="0"/>
          </a:gradFill>
          <a:ln>
            <a:noFill/>
          </a:ln>
        </p:spPr>
        <p:txBody>
          <a:bodyPr anchorCtr="0" anchor="t" bIns="54000" lIns="54000" spcFirstLastPara="1" rIns="54000" wrap="square" tIns="54000">
            <a:noAutofit/>
          </a:bodyPr>
          <a:lstStyle/>
          <a:p>
            <a:pPr indent="-127000" lvl="0" marL="203200" marR="0" rtl="0" algn="l">
              <a:lnSpc>
                <a:spcPct val="113000"/>
              </a:lnSpc>
              <a:spcBef>
                <a:spcPts val="0"/>
              </a:spcBef>
              <a:spcAft>
                <a:spcPts val="0"/>
              </a:spcAft>
              <a:buClr>
                <a:schemeClr val="dk1"/>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122" name="Google Shape;122;p58"/>
          <p:cNvSpPr txBox="1"/>
          <p:nvPr/>
        </p:nvSpPr>
        <p:spPr>
          <a:xfrm>
            <a:off x="383766" y="4725985"/>
            <a:ext cx="5183700" cy="2616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800"/>
              <a:buFont typeface="Arial"/>
              <a:buNone/>
            </a:pPr>
            <a:r>
              <a:rPr b="0" i="0" lang="es-CO" sz="800" u="none" cap="none" strike="noStrike">
                <a:solidFill>
                  <a:schemeClr val="dk1"/>
                </a:solidFill>
                <a:latin typeface="Arial"/>
                <a:ea typeface="Arial"/>
                <a:cs typeface="Arial"/>
                <a:sym typeface="Arial"/>
              </a:rPr>
              <a:t>|  </a:t>
            </a:r>
            <a:r>
              <a:rPr b="0" i="0" lang="es-CO" sz="800" u="none" cap="none" strike="noStrike">
                <a:solidFill>
                  <a:srgbClr val="000000"/>
                </a:solidFill>
                <a:latin typeface="Arial"/>
                <a:ea typeface="Arial"/>
                <a:cs typeface="Arial"/>
                <a:sym typeface="Arial"/>
              </a:rPr>
              <a:t>Title Slide, 2021 | Footer information | Copyright</a:t>
            </a:r>
            <a:endParaRPr b="0" i="0" sz="800" u="none" cap="none" strike="noStrike">
              <a:solidFill>
                <a:schemeClr val="dk1"/>
              </a:solidFill>
              <a:latin typeface="Arial"/>
              <a:ea typeface="Arial"/>
              <a:cs typeface="Arial"/>
              <a:sym typeface="Arial"/>
            </a:endParaRPr>
          </a:p>
        </p:txBody>
      </p:sp>
      <p:pic>
        <p:nvPicPr>
          <p:cNvPr descr="https://lh6.googleusercontent.com/cdbpBLCH8QDlr_yD9lgrksZK3jx9dbdkuXOMhOSbOkZFTVigjyBpbhaG9LqHgHRZ8C8m6UxHSKskjB74o0g8_cMqFFO3d8RcDueahUgMC79V-K-gT8N-q8mSs5gWWngk5lzYR4iccCs" id="123" name="Google Shape;123;p58"/>
          <p:cNvPicPr preferRelativeResize="0"/>
          <p:nvPr/>
        </p:nvPicPr>
        <p:blipFill rotWithShape="1">
          <a:blip r:embed="rId2">
            <a:alphaModFix/>
          </a:blip>
          <a:srcRect b="0" l="0" r="0" t="0"/>
          <a:stretch/>
        </p:blipFill>
        <p:spPr>
          <a:xfrm>
            <a:off x="7677048" y="4664825"/>
            <a:ext cx="1333296" cy="260919"/>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noFill/>
      </p:bgPr>
    </p:bg>
    <p:spTree>
      <p:nvGrpSpPr>
        <p:cNvPr id="127" name="Shape 127"/>
        <p:cNvGrpSpPr/>
        <p:nvPr/>
      </p:nvGrpSpPr>
      <p:grpSpPr>
        <a:xfrm>
          <a:off x="0" y="0"/>
          <a:ext cx="0" cy="0"/>
          <a:chOff x="0" y="0"/>
          <a:chExt cx="0" cy="0"/>
        </a:xfrm>
      </p:grpSpPr>
      <p:sp>
        <p:nvSpPr>
          <p:cNvPr id="128" name="Google Shape;128;p60"/>
          <p:cNvSpPr txBox="1"/>
          <p:nvPr>
            <p:ph type="ctrTitle"/>
          </p:nvPr>
        </p:nvSpPr>
        <p:spPr>
          <a:xfrm>
            <a:off x="931250" y="1608000"/>
            <a:ext cx="4917000" cy="1927500"/>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SzPts val="5600"/>
              <a:buFont typeface="Montserrat Black"/>
              <a:buNone/>
              <a:defRPr b="0" sz="5600">
                <a:latin typeface="Montserrat Black"/>
                <a:ea typeface="Montserrat Black"/>
                <a:cs typeface="Montserrat Black"/>
                <a:sym typeface="Montserrat Black"/>
              </a:defRPr>
            </a:lvl1pPr>
            <a:lvl2pPr lvl="1" algn="ctr">
              <a:lnSpc>
                <a:spcPct val="80000"/>
              </a:lnSpc>
              <a:spcBef>
                <a:spcPts val="0"/>
              </a:spcBef>
              <a:spcAft>
                <a:spcPts val="0"/>
              </a:spcAft>
              <a:buClr>
                <a:srgbClr val="FFFFFF"/>
              </a:buClr>
              <a:buSzPts val="5600"/>
              <a:buFont typeface="Montserrat Black"/>
              <a:buNone/>
              <a:defRPr sz="5600">
                <a:solidFill>
                  <a:srgbClr val="FFFFFF"/>
                </a:solidFill>
                <a:latin typeface="Montserrat Black"/>
                <a:ea typeface="Montserrat Black"/>
                <a:cs typeface="Montserrat Black"/>
                <a:sym typeface="Montserrat Black"/>
              </a:defRPr>
            </a:lvl2pPr>
            <a:lvl3pPr lvl="2" algn="ctr">
              <a:lnSpc>
                <a:spcPct val="80000"/>
              </a:lnSpc>
              <a:spcBef>
                <a:spcPts val="0"/>
              </a:spcBef>
              <a:spcAft>
                <a:spcPts val="0"/>
              </a:spcAft>
              <a:buClr>
                <a:srgbClr val="FFFFFF"/>
              </a:buClr>
              <a:buSzPts val="5600"/>
              <a:buFont typeface="Montserrat Black"/>
              <a:buNone/>
              <a:defRPr sz="5600">
                <a:solidFill>
                  <a:srgbClr val="FFFFFF"/>
                </a:solidFill>
                <a:latin typeface="Montserrat Black"/>
                <a:ea typeface="Montserrat Black"/>
                <a:cs typeface="Montserrat Black"/>
                <a:sym typeface="Montserrat Black"/>
              </a:defRPr>
            </a:lvl3pPr>
            <a:lvl4pPr lvl="3" algn="ctr">
              <a:lnSpc>
                <a:spcPct val="80000"/>
              </a:lnSpc>
              <a:spcBef>
                <a:spcPts val="0"/>
              </a:spcBef>
              <a:spcAft>
                <a:spcPts val="0"/>
              </a:spcAft>
              <a:buClr>
                <a:srgbClr val="FFFFFF"/>
              </a:buClr>
              <a:buSzPts val="5600"/>
              <a:buFont typeface="Montserrat Black"/>
              <a:buNone/>
              <a:defRPr sz="5600">
                <a:solidFill>
                  <a:srgbClr val="FFFFFF"/>
                </a:solidFill>
                <a:latin typeface="Montserrat Black"/>
                <a:ea typeface="Montserrat Black"/>
                <a:cs typeface="Montserrat Black"/>
                <a:sym typeface="Montserrat Black"/>
              </a:defRPr>
            </a:lvl4pPr>
            <a:lvl5pPr lvl="4" algn="ctr">
              <a:lnSpc>
                <a:spcPct val="80000"/>
              </a:lnSpc>
              <a:spcBef>
                <a:spcPts val="0"/>
              </a:spcBef>
              <a:spcAft>
                <a:spcPts val="0"/>
              </a:spcAft>
              <a:buClr>
                <a:srgbClr val="FFFFFF"/>
              </a:buClr>
              <a:buSzPts val="5600"/>
              <a:buFont typeface="Montserrat Black"/>
              <a:buNone/>
              <a:defRPr sz="5600">
                <a:solidFill>
                  <a:srgbClr val="FFFFFF"/>
                </a:solidFill>
                <a:latin typeface="Montserrat Black"/>
                <a:ea typeface="Montserrat Black"/>
                <a:cs typeface="Montserrat Black"/>
                <a:sym typeface="Montserrat Black"/>
              </a:defRPr>
            </a:lvl5pPr>
            <a:lvl6pPr lvl="5" algn="ctr">
              <a:lnSpc>
                <a:spcPct val="80000"/>
              </a:lnSpc>
              <a:spcBef>
                <a:spcPts val="0"/>
              </a:spcBef>
              <a:spcAft>
                <a:spcPts val="0"/>
              </a:spcAft>
              <a:buClr>
                <a:srgbClr val="FFFFFF"/>
              </a:buClr>
              <a:buSzPts val="5600"/>
              <a:buFont typeface="Montserrat Black"/>
              <a:buNone/>
              <a:defRPr sz="5600">
                <a:solidFill>
                  <a:srgbClr val="FFFFFF"/>
                </a:solidFill>
                <a:latin typeface="Montserrat Black"/>
                <a:ea typeface="Montserrat Black"/>
                <a:cs typeface="Montserrat Black"/>
                <a:sym typeface="Montserrat Black"/>
              </a:defRPr>
            </a:lvl6pPr>
            <a:lvl7pPr lvl="6" algn="ctr">
              <a:lnSpc>
                <a:spcPct val="80000"/>
              </a:lnSpc>
              <a:spcBef>
                <a:spcPts val="0"/>
              </a:spcBef>
              <a:spcAft>
                <a:spcPts val="0"/>
              </a:spcAft>
              <a:buClr>
                <a:srgbClr val="FFFFFF"/>
              </a:buClr>
              <a:buSzPts val="5600"/>
              <a:buFont typeface="Montserrat Black"/>
              <a:buNone/>
              <a:defRPr sz="5600">
                <a:solidFill>
                  <a:srgbClr val="FFFFFF"/>
                </a:solidFill>
                <a:latin typeface="Montserrat Black"/>
                <a:ea typeface="Montserrat Black"/>
                <a:cs typeface="Montserrat Black"/>
                <a:sym typeface="Montserrat Black"/>
              </a:defRPr>
            </a:lvl7pPr>
            <a:lvl8pPr lvl="7" algn="ctr">
              <a:lnSpc>
                <a:spcPct val="80000"/>
              </a:lnSpc>
              <a:spcBef>
                <a:spcPts val="0"/>
              </a:spcBef>
              <a:spcAft>
                <a:spcPts val="0"/>
              </a:spcAft>
              <a:buClr>
                <a:srgbClr val="FFFFFF"/>
              </a:buClr>
              <a:buSzPts val="5600"/>
              <a:buFont typeface="Montserrat Black"/>
              <a:buNone/>
              <a:defRPr sz="5600">
                <a:solidFill>
                  <a:srgbClr val="FFFFFF"/>
                </a:solidFill>
                <a:latin typeface="Montserrat Black"/>
                <a:ea typeface="Montserrat Black"/>
                <a:cs typeface="Montserrat Black"/>
                <a:sym typeface="Montserrat Black"/>
              </a:defRPr>
            </a:lvl8pPr>
            <a:lvl9pPr lvl="8" algn="ctr">
              <a:lnSpc>
                <a:spcPct val="80000"/>
              </a:lnSpc>
              <a:spcBef>
                <a:spcPts val="0"/>
              </a:spcBef>
              <a:spcAft>
                <a:spcPts val="0"/>
              </a:spcAft>
              <a:buClr>
                <a:srgbClr val="FFFFFF"/>
              </a:buClr>
              <a:buSzPts val="5600"/>
              <a:buFont typeface="Montserrat Black"/>
              <a:buNone/>
              <a:defRPr sz="5600">
                <a:solidFill>
                  <a:srgbClr val="FFFFFF"/>
                </a:solidFill>
                <a:latin typeface="Montserrat Black"/>
                <a:ea typeface="Montserrat Black"/>
                <a:cs typeface="Montserrat Black"/>
                <a:sym typeface="Montserrat Black"/>
              </a:defRPr>
            </a:lvl9pPr>
          </a:lstStyle>
          <a:p/>
        </p:txBody>
      </p:sp>
      <p:sp>
        <p:nvSpPr>
          <p:cNvPr id="129" name="Google Shape;129;p60"/>
          <p:cNvSpPr txBox="1"/>
          <p:nvPr>
            <p:ph idx="1" type="subTitle"/>
          </p:nvPr>
        </p:nvSpPr>
        <p:spPr>
          <a:xfrm>
            <a:off x="600999" y="4018475"/>
            <a:ext cx="3576300" cy="69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SzPts val="2800"/>
              <a:buNone/>
              <a:defRPr sz="2800"/>
            </a:lvl2pPr>
            <a:lvl3pPr lvl="2" algn="l">
              <a:lnSpc>
                <a:spcPct val="100000"/>
              </a:lnSpc>
              <a:spcBef>
                <a:spcPts val="0"/>
              </a:spcBef>
              <a:spcAft>
                <a:spcPts val="0"/>
              </a:spcAft>
              <a:buSzPts val="2800"/>
              <a:buNone/>
              <a:defRPr sz="2800"/>
            </a:lvl3pPr>
            <a:lvl4pPr lvl="3" algn="l">
              <a:lnSpc>
                <a:spcPct val="100000"/>
              </a:lnSpc>
              <a:spcBef>
                <a:spcPts val="0"/>
              </a:spcBef>
              <a:spcAft>
                <a:spcPts val="0"/>
              </a:spcAft>
              <a:buSzPts val="2800"/>
              <a:buNone/>
              <a:defRPr sz="2800"/>
            </a:lvl4pPr>
            <a:lvl5pPr lvl="4" algn="l">
              <a:lnSpc>
                <a:spcPct val="100000"/>
              </a:lnSpc>
              <a:spcBef>
                <a:spcPts val="0"/>
              </a:spcBef>
              <a:spcAft>
                <a:spcPts val="0"/>
              </a:spcAft>
              <a:buSzPts val="2800"/>
              <a:buNone/>
              <a:defRPr sz="2800"/>
            </a:lvl5pPr>
            <a:lvl6pPr lvl="5" algn="l">
              <a:lnSpc>
                <a:spcPct val="100000"/>
              </a:lnSpc>
              <a:spcBef>
                <a:spcPts val="0"/>
              </a:spcBef>
              <a:spcAft>
                <a:spcPts val="0"/>
              </a:spcAft>
              <a:buSzPts val="2800"/>
              <a:buNone/>
              <a:defRPr sz="2800"/>
            </a:lvl6pPr>
            <a:lvl7pPr lvl="6" algn="l">
              <a:lnSpc>
                <a:spcPct val="100000"/>
              </a:lnSpc>
              <a:spcBef>
                <a:spcPts val="0"/>
              </a:spcBef>
              <a:spcAft>
                <a:spcPts val="0"/>
              </a:spcAft>
              <a:buSzPts val="2800"/>
              <a:buNone/>
              <a:defRPr sz="2800"/>
            </a:lvl7pPr>
            <a:lvl8pPr lvl="7" algn="l">
              <a:lnSpc>
                <a:spcPct val="100000"/>
              </a:lnSpc>
              <a:spcBef>
                <a:spcPts val="0"/>
              </a:spcBef>
              <a:spcAft>
                <a:spcPts val="0"/>
              </a:spcAft>
              <a:buSzPts val="2800"/>
              <a:buNone/>
              <a:defRPr sz="2800"/>
            </a:lvl8pPr>
            <a:lvl9pPr lvl="8" algn="l">
              <a:lnSpc>
                <a:spcPct val="100000"/>
              </a:lnSpc>
              <a:spcBef>
                <a:spcPts val="0"/>
              </a:spcBef>
              <a:spcAft>
                <a:spcPts val="0"/>
              </a:spcAft>
              <a:buSzPts val="2800"/>
              <a:buNone/>
              <a:defRPr sz="2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130" name="Shape 130"/>
        <p:cNvGrpSpPr/>
        <p:nvPr/>
      </p:nvGrpSpPr>
      <p:grpSpPr>
        <a:xfrm>
          <a:off x="0" y="0"/>
          <a:ext cx="0" cy="0"/>
          <a:chOff x="0" y="0"/>
          <a:chExt cx="0" cy="0"/>
        </a:xfrm>
      </p:grpSpPr>
      <p:sp>
        <p:nvSpPr>
          <p:cNvPr id="131" name="Google Shape;131;p61"/>
          <p:cNvSpPr txBox="1"/>
          <p:nvPr>
            <p:ph type="title"/>
          </p:nvPr>
        </p:nvSpPr>
        <p:spPr>
          <a:xfrm>
            <a:off x="1464990" y="1859719"/>
            <a:ext cx="1002600" cy="704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FFFFFF"/>
              </a:buClr>
              <a:buSzPts val="4800"/>
              <a:buNone/>
              <a:defRPr sz="4800">
                <a:solidFill>
                  <a:srgbClr val="FFFFFF"/>
                </a:solidFill>
              </a:defRPr>
            </a:lvl1pPr>
            <a:lvl2pPr lvl="1" algn="ctr">
              <a:lnSpc>
                <a:spcPct val="100000"/>
              </a:lnSpc>
              <a:spcBef>
                <a:spcPts val="0"/>
              </a:spcBef>
              <a:spcAft>
                <a:spcPts val="0"/>
              </a:spcAft>
              <a:buClr>
                <a:srgbClr val="FFFFFF"/>
              </a:buClr>
              <a:buSzPts val="4800"/>
              <a:buNone/>
              <a:defRPr sz="4800">
                <a:solidFill>
                  <a:srgbClr val="FFFFFF"/>
                </a:solidFill>
              </a:defRPr>
            </a:lvl2pPr>
            <a:lvl3pPr lvl="2" algn="ctr">
              <a:lnSpc>
                <a:spcPct val="100000"/>
              </a:lnSpc>
              <a:spcBef>
                <a:spcPts val="0"/>
              </a:spcBef>
              <a:spcAft>
                <a:spcPts val="0"/>
              </a:spcAft>
              <a:buClr>
                <a:srgbClr val="FFFFFF"/>
              </a:buClr>
              <a:buSzPts val="4800"/>
              <a:buNone/>
              <a:defRPr sz="4800">
                <a:solidFill>
                  <a:srgbClr val="FFFFFF"/>
                </a:solidFill>
              </a:defRPr>
            </a:lvl3pPr>
            <a:lvl4pPr lvl="3" algn="ctr">
              <a:lnSpc>
                <a:spcPct val="100000"/>
              </a:lnSpc>
              <a:spcBef>
                <a:spcPts val="0"/>
              </a:spcBef>
              <a:spcAft>
                <a:spcPts val="0"/>
              </a:spcAft>
              <a:buClr>
                <a:srgbClr val="FFFFFF"/>
              </a:buClr>
              <a:buSzPts val="4800"/>
              <a:buNone/>
              <a:defRPr sz="4800">
                <a:solidFill>
                  <a:srgbClr val="FFFFFF"/>
                </a:solidFill>
              </a:defRPr>
            </a:lvl4pPr>
            <a:lvl5pPr lvl="4" algn="ctr">
              <a:lnSpc>
                <a:spcPct val="100000"/>
              </a:lnSpc>
              <a:spcBef>
                <a:spcPts val="0"/>
              </a:spcBef>
              <a:spcAft>
                <a:spcPts val="0"/>
              </a:spcAft>
              <a:buClr>
                <a:srgbClr val="FFFFFF"/>
              </a:buClr>
              <a:buSzPts val="4800"/>
              <a:buNone/>
              <a:defRPr sz="4800">
                <a:solidFill>
                  <a:srgbClr val="FFFFFF"/>
                </a:solidFill>
              </a:defRPr>
            </a:lvl5pPr>
            <a:lvl6pPr lvl="5" algn="ctr">
              <a:lnSpc>
                <a:spcPct val="100000"/>
              </a:lnSpc>
              <a:spcBef>
                <a:spcPts val="0"/>
              </a:spcBef>
              <a:spcAft>
                <a:spcPts val="0"/>
              </a:spcAft>
              <a:buClr>
                <a:srgbClr val="FFFFFF"/>
              </a:buClr>
              <a:buSzPts val="4800"/>
              <a:buNone/>
              <a:defRPr sz="4800">
                <a:solidFill>
                  <a:srgbClr val="FFFFFF"/>
                </a:solidFill>
              </a:defRPr>
            </a:lvl6pPr>
            <a:lvl7pPr lvl="6" algn="ctr">
              <a:lnSpc>
                <a:spcPct val="100000"/>
              </a:lnSpc>
              <a:spcBef>
                <a:spcPts val="0"/>
              </a:spcBef>
              <a:spcAft>
                <a:spcPts val="0"/>
              </a:spcAft>
              <a:buClr>
                <a:srgbClr val="FFFFFF"/>
              </a:buClr>
              <a:buSzPts val="4800"/>
              <a:buNone/>
              <a:defRPr sz="4800">
                <a:solidFill>
                  <a:srgbClr val="FFFFFF"/>
                </a:solidFill>
              </a:defRPr>
            </a:lvl7pPr>
            <a:lvl8pPr lvl="7" algn="ctr">
              <a:lnSpc>
                <a:spcPct val="100000"/>
              </a:lnSpc>
              <a:spcBef>
                <a:spcPts val="0"/>
              </a:spcBef>
              <a:spcAft>
                <a:spcPts val="0"/>
              </a:spcAft>
              <a:buClr>
                <a:srgbClr val="FFFFFF"/>
              </a:buClr>
              <a:buSzPts val="4800"/>
              <a:buNone/>
              <a:defRPr sz="4800">
                <a:solidFill>
                  <a:srgbClr val="FFFFFF"/>
                </a:solidFill>
              </a:defRPr>
            </a:lvl8pPr>
            <a:lvl9pPr lvl="8" algn="ctr">
              <a:lnSpc>
                <a:spcPct val="100000"/>
              </a:lnSpc>
              <a:spcBef>
                <a:spcPts val="0"/>
              </a:spcBef>
              <a:spcAft>
                <a:spcPts val="0"/>
              </a:spcAft>
              <a:buClr>
                <a:srgbClr val="FFFFFF"/>
              </a:buClr>
              <a:buSzPts val="4800"/>
              <a:buNone/>
              <a:defRPr sz="4800">
                <a:solidFill>
                  <a:srgbClr val="FFFFFF"/>
                </a:solidFill>
              </a:defRPr>
            </a:lvl9pPr>
          </a:lstStyle>
          <a:p/>
        </p:txBody>
      </p:sp>
      <p:sp>
        <p:nvSpPr>
          <p:cNvPr id="132" name="Google Shape;132;p61"/>
          <p:cNvSpPr txBox="1"/>
          <p:nvPr>
            <p:ph idx="1" type="subTitle"/>
          </p:nvPr>
        </p:nvSpPr>
        <p:spPr>
          <a:xfrm>
            <a:off x="858090" y="2895600"/>
            <a:ext cx="2216400" cy="371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p:txBody>
      </p:sp>
      <p:sp>
        <p:nvSpPr>
          <p:cNvPr id="133" name="Google Shape;133;p61"/>
          <p:cNvSpPr txBox="1"/>
          <p:nvPr>
            <p:ph idx="2" type="subTitle"/>
          </p:nvPr>
        </p:nvSpPr>
        <p:spPr>
          <a:xfrm>
            <a:off x="858090" y="3272034"/>
            <a:ext cx="2216400" cy="95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34" name="Google Shape;134;p61"/>
          <p:cNvSpPr txBox="1"/>
          <p:nvPr>
            <p:ph idx="3" type="title"/>
          </p:nvPr>
        </p:nvSpPr>
        <p:spPr>
          <a:xfrm>
            <a:off x="4070700" y="1859694"/>
            <a:ext cx="1002600" cy="704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FFFFFF"/>
              </a:buClr>
              <a:buSzPts val="4800"/>
              <a:buNone/>
              <a:defRPr sz="4800">
                <a:solidFill>
                  <a:srgbClr val="FFFFFF"/>
                </a:solidFill>
              </a:defRPr>
            </a:lvl1pPr>
            <a:lvl2pPr lvl="1" algn="ctr">
              <a:lnSpc>
                <a:spcPct val="100000"/>
              </a:lnSpc>
              <a:spcBef>
                <a:spcPts val="0"/>
              </a:spcBef>
              <a:spcAft>
                <a:spcPts val="0"/>
              </a:spcAft>
              <a:buClr>
                <a:srgbClr val="FFFFFF"/>
              </a:buClr>
              <a:buSzPts val="4800"/>
              <a:buNone/>
              <a:defRPr sz="4800">
                <a:solidFill>
                  <a:srgbClr val="FFFFFF"/>
                </a:solidFill>
              </a:defRPr>
            </a:lvl2pPr>
            <a:lvl3pPr lvl="2" algn="ctr">
              <a:lnSpc>
                <a:spcPct val="100000"/>
              </a:lnSpc>
              <a:spcBef>
                <a:spcPts val="0"/>
              </a:spcBef>
              <a:spcAft>
                <a:spcPts val="0"/>
              </a:spcAft>
              <a:buClr>
                <a:srgbClr val="FFFFFF"/>
              </a:buClr>
              <a:buSzPts val="4800"/>
              <a:buNone/>
              <a:defRPr sz="4800">
                <a:solidFill>
                  <a:srgbClr val="FFFFFF"/>
                </a:solidFill>
              </a:defRPr>
            </a:lvl3pPr>
            <a:lvl4pPr lvl="3" algn="ctr">
              <a:lnSpc>
                <a:spcPct val="100000"/>
              </a:lnSpc>
              <a:spcBef>
                <a:spcPts val="0"/>
              </a:spcBef>
              <a:spcAft>
                <a:spcPts val="0"/>
              </a:spcAft>
              <a:buClr>
                <a:srgbClr val="FFFFFF"/>
              </a:buClr>
              <a:buSzPts val="4800"/>
              <a:buNone/>
              <a:defRPr sz="4800">
                <a:solidFill>
                  <a:srgbClr val="FFFFFF"/>
                </a:solidFill>
              </a:defRPr>
            </a:lvl4pPr>
            <a:lvl5pPr lvl="4" algn="ctr">
              <a:lnSpc>
                <a:spcPct val="100000"/>
              </a:lnSpc>
              <a:spcBef>
                <a:spcPts val="0"/>
              </a:spcBef>
              <a:spcAft>
                <a:spcPts val="0"/>
              </a:spcAft>
              <a:buClr>
                <a:srgbClr val="FFFFFF"/>
              </a:buClr>
              <a:buSzPts val="4800"/>
              <a:buNone/>
              <a:defRPr sz="4800">
                <a:solidFill>
                  <a:srgbClr val="FFFFFF"/>
                </a:solidFill>
              </a:defRPr>
            </a:lvl5pPr>
            <a:lvl6pPr lvl="5" algn="ctr">
              <a:lnSpc>
                <a:spcPct val="100000"/>
              </a:lnSpc>
              <a:spcBef>
                <a:spcPts val="0"/>
              </a:spcBef>
              <a:spcAft>
                <a:spcPts val="0"/>
              </a:spcAft>
              <a:buClr>
                <a:srgbClr val="FFFFFF"/>
              </a:buClr>
              <a:buSzPts val="4800"/>
              <a:buNone/>
              <a:defRPr sz="4800">
                <a:solidFill>
                  <a:srgbClr val="FFFFFF"/>
                </a:solidFill>
              </a:defRPr>
            </a:lvl6pPr>
            <a:lvl7pPr lvl="6" algn="ctr">
              <a:lnSpc>
                <a:spcPct val="100000"/>
              </a:lnSpc>
              <a:spcBef>
                <a:spcPts val="0"/>
              </a:spcBef>
              <a:spcAft>
                <a:spcPts val="0"/>
              </a:spcAft>
              <a:buClr>
                <a:srgbClr val="FFFFFF"/>
              </a:buClr>
              <a:buSzPts val="4800"/>
              <a:buNone/>
              <a:defRPr sz="4800">
                <a:solidFill>
                  <a:srgbClr val="FFFFFF"/>
                </a:solidFill>
              </a:defRPr>
            </a:lvl7pPr>
            <a:lvl8pPr lvl="7" algn="ctr">
              <a:lnSpc>
                <a:spcPct val="100000"/>
              </a:lnSpc>
              <a:spcBef>
                <a:spcPts val="0"/>
              </a:spcBef>
              <a:spcAft>
                <a:spcPts val="0"/>
              </a:spcAft>
              <a:buClr>
                <a:srgbClr val="FFFFFF"/>
              </a:buClr>
              <a:buSzPts val="4800"/>
              <a:buNone/>
              <a:defRPr sz="4800">
                <a:solidFill>
                  <a:srgbClr val="FFFFFF"/>
                </a:solidFill>
              </a:defRPr>
            </a:lvl8pPr>
            <a:lvl9pPr lvl="8" algn="ctr">
              <a:lnSpc>
                <a:spcPct val="100000"/>
              </a:lnSpc>
              <a:spcBef>
                <a:spcPts val="0"/>
              </a:spcBef>
              <a:spcAft>
                <a:spcPts val="0"/>
              </a:spcAft>
              <a:buClr>
                <a:srgbClr val="FFFFFF"/>
              </a:buClr>
              <a:buSzPts val="4800"/>
              <a:buNone/>
              <a:defRPr sz="4800">
                <a:solidFill>
                  <a:srgbClr val="FFFFFF"/>
                </a:solidFill>
              </a:defRPr>
            </a:lvl9pPr>
          </a:lstStyle>
          <a:p/>
        </p:txBody>
      </p:sp>
      <p:sp>
        <p:nvSpPr>
          <p:cNvPr id="135" name="Google Shape;135;p61"/>
          <p:cNvSpPr txBox="1"/>
          <p:nvPr>
            <p:ph idx="4" type="subTitle"/>
          </p:nvPr>
        </p:nvSpPr>
        <p:spPr>
          <a:xfrm>
            <a:off x="3463800" y="2895575"/>
            <a:ext cx="2216400" cy="371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p:txBody>
      </p:sp>
      <p:sp>
        <p:nvSpPr>
          <p:cNvPr id="136" name="Google Shape;136;p61"/>
          <p:cNvSpPr txBox="1"/>
          <p:nvPr>
            <p:ph idx="5" type="subTitle"/>
          </p:nvPr>
        </p:nvSpPr>
        <p:spPr>
          <a:xfrm>
            <a:off x="3463800" y="3272034"/>
            <a:ext cx="2216400" cy="95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37" name="Google Shape;137;p61"/>
          <p:cNvSpPr txBox="1"/>
          <p:nvPr>
            <p:ph idx="6" type="title"/>
          </p:nvPr>
        </p:nvSpPr>
        <p:spPr>
          <a:xfrm>
            <a:off x="6676410" y="1859694"/>
            <a:ext cx="1002600" cy="704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FFFFFF"/>
              </a:buClr>
              <a:buSzPts val="4800"/>
              <a:buNone/>
              <a:defRPr sz="4800">
                <a:solidFill>
                  <a:srgbClr val="FFFFFF"/>
                </a:solidFill>
              </a:defRPr>
            </a:lvl1pPr>
            <a:lvl2pPr lvl="1" algn="ctr">
              <a:lnSpc>
                <a:spcPct val="100000"/>
              </a:lnSpc>
              <a:spcBef>
                <a:spcPts val="0"/>
              </a:spcBef>
              <a:spcAft>
                <a:spcPts val="0"/>
              </a:spcAft>
              <a:buClr>
                <a:srgbClr val="FFFFFF"/>
              </a:buClr>
              <a:buSzPts val="4800"/>
              <a:buNone/>
              <a:defRPr sz="4800">
                <a:solidFill>
                  <a:srgbClr val="FFFFFF"/>
                </a:solidFill>
              </a:defRPr>
            </a:lvl2pPr>
            <a:lvl3pPr lvl="2" algn="ctr">
              <a:lnSpc>
                <a:spcPct val="100000"/>
              </a:lnSpc>
              <a:spcBef>
                <a:spcPts val="0"/>
              </a:spcBef>
              <a:spcAft>
                <a:spcPts val="0"/>
              </a:spcAft>
              <a:buClr>
                <a:srgbClr val="FFFFFF"/>
              </a:buClr>
              <a:buSzPts val="4800"/>
              <a:buNone/>
              <a:defRPr sz="4800">
                <a:solidFill>
                  <a:srgbClr val="FFFFFF"/>
                </a:solidFill>
              </a:defRPr>
            </a:lvl3pPr>
            <a:lvl4pPr lvl="3" algn="ctr">
              <a:lnSpc>
                <a:spcPct val="100000"/>
              </a:lnSpc>
              <a:spcBef>
                <a:spcPts val="0"/>
              </a:spcBef>
              <a:spcAft>
                <a:spcPts val="0"/>
              </a:spcAft>
              <a:buClr>
                <a:srgbClr val="FFFFFF"/>
              </a:buClr>
              <a:buSzPts val="4800"/>
              <a:buNone/>
              <a:defRPr sz="4800">
                <a:solidFill>
                  <a:srgbClr val="FFFFFF"/>
                </a:solidFill>
              </a:defRPr>
            </a:lvl4pPr>
            <a:lvl5pPr lvl="4" algn="ctr">
              <a:lnSpc>
                <a:spcPct val="100000"/>
              </a:lnSpc>
              <a:spcBef>
                <a:spcPts val="0"/>
              </a:spcBef>
              <a:spcAft>
                <a:spcPts val="0"/>
              </a:spcAft>
              <a:buClr>
                <a:srgbClr val="FFFFFF"/>
              </a:buClr>
              <a:buSzPts val="4800"/>
              <a:buNone/>
              <a:defRPr sz="4800">
                <a:solidFill>
                  <a:srgbClr val="FFFFFF"/>
                </a:solidFill>
              </a:defRPr>
            </a:lvl5pPr>
            <a:lvl6pPr lvl="5" algn="ctr">
              <a:lnSpc>
                <a:spcPct val="100000"/>
              </a:lnSpc>
              <a:spcBef>
                <a:spcPts val="0"/>
              </a:spcBef>
              <a:spcAft>
                <a:spcPts val="0"/>
              </a:spcAft>
              <a:buClr>
                <a:srgbClr val="FFFFFF"/>
              </a:buClr>
              <a:buSzPts val="4800"/>
              <a:buNone/>
              <a:defRPr sz="4800">
                <a:solidFill>
                  <a:srgbClr val="FFFFFF"/>
                </a:solidFill>
              </a:defRPr>
            </a:lvl6pPr>
            <a:lvl7pPr lvl="6" algn="ctr">
              <a:lnSpc>
                <a:spcPct val="100000"/>
              </a:lnSpc>
              <a:spcBef>
                <a:spcPts val="0"/>
              </a:spcBef>
              <a:spcAft>
                <a:spcPts val="0"/>
              </a:spcAft>
              <a:buClr>
                <a:srgbClr val="FFFFFF"/>
              </a:buClr>
              <a:buSzPts val="4800"/>
              <a:buNone/>
              <a:defRPr sz="4800">
                <a:solidFill>
                  <a:srgbClr val="FFFFFF"/>
                </a:solidFill>
              </a:defRPr>
            </a:lvl7pPr>
            <a:lvl8pPr lvl="7" algn="ctr">
              <a:lnSpc>
                <a:spcPct val="100000"/>
              </a:lnSpc>
              <a:spcBef>
                <a:spcPts val="0"/>
              </a:spcBef>
              <a:spcAft>
                <a:spcPts val="0"/>
              </a:spcAft>
              <a:buClr>
                <a:srgbClr val="FFFFFF"/>
              </a:buClr>
              <a:buSzPts val="4800"/>
              <a:buNone/>
              <a:defRPr sz="4800">
                <a:solidFill>
                  <a:srgbClr val="FFFFFF"/>
                </a:solidFill>
              </a:defRPr>
            </a:lvl8pPr>
            <a:lvl9pPr lvl="8" algn="ctr">
              <a:lnSpc>
                <a:spcPct val="100000"/>
              </a:lnSpc>
              <a:spcBef>
                <a:spcPts val="0"/>
              </a:spcBef>
              <a:spcAft>
                <a:spcPts val="0"/>
              </a:spcAft>
              <a:buClr>
                <a:srgbClr val="FFFFFF"/>
              </a:buClr>
              <a:buSzPts val="4800"/>
              <a:buNone/>
              <a:defRPr sz="4800">
                <a:solidFill>
                  <a:srgbClr val="FFFFFF"/>
                </a:solidFill>
              </a:defRPr>
            </a:lvl9pPr>
          </a:lstStyle>
          <a:p/>
        </p:txBody>
      </p:sp>
      <p:sp>
        <p:nvSpPr>
          <p:cNvPr id="138" name="Google Shape;138;p61"/>
          <p:cNvSpPr txBox="1"/>
          <p:nvPr>
            <p:ph idx="7" type="subTitle"/>
          </p:nvPr>
        </p:nvSpPr>
        <p:spPr>
          <a:xfrm>
            <a:off x="6069510" y="2895575"/>
            <a:ext cx="2216400" cy="371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p:txBody>
      </p:sp>
      <p:sp>
        <p:nvSpPr>
          <p:cNvPr id="139" name="Google Shape;139;p61"/>
          <p:cNvSpPr txBox="1"/>
          <p:nvPr>
            <p:ph idx="8" type="subTitle"/>
          </p:nvPr>
        </p:nvSpPr>
        <p:spPr>
          <a:xfrm>
            <a:off x="6069510" y="3272034"/>
            <a:ext cx="2216400" cy="95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40" name="Google Shape;140;p61"/>
          <p:cNvSpPr txBox="1"/>
          <p:nvPr>
            <p:ph idx="9" type="title"/>
          </p:nvPr>
        </p:nvSpPr>
        <p:spPr>
          <a:xfrm>
            <a:off x="720000" y="387600"/>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2"/>
              </a:buClr>
              <a:buSzPts val="3200"/>
              <a:buFont typeface="Montserrat Black"/>
              <a:buNone/>
              <a:defRPr sz="3200">
                <a:solidFill>
                  <a:schemeClr val="lt2"/>
                </a:solidFill>
                <a:latin typeface="Montserrat Black"/>
                <a:ea typeface="Montserrat Black"/>
                <a:cs typeface="Montserrat Black"/>
                <a:sym typeface="Montserrat Black"/>
              </a:defRPr>
            </a:lvl1pPr>
            <a:lvl2pPr lvl="1" algn="l">
              <a:lnSpc>
                <a:spcPct val="100000"/>
              </a:lnSpc>
              <a:spcBef>
                <a:spcPts val="0"/>
              </a:spcBef>
              <a:spcAft>
                <a:spcPts val="0"/>
              </a:spcAft>
              <a:buClr>
                <a:schemeClr val="lt2"/>
              </a:buClr>
              <a:buSzPts val="3200"/>
              <a:buNone/>
              <a:defRPr sz="3200">
                <a:solidFill>
                  <a:schemeClr val="lt2"/>
                </a:solidFill>
              </a:defRPr>
            </a:lvl2pPr>
            <a:lvl3pPr lvl="2" algn="l">
              <a:lnSpc>
                <a:spcPct val="100000"/>
              </a:lnSpc>
              <a:spcBef>
                <a:spcPts val="0"/>
              </a:spcBef>
              <a:spcAft>
                <a:spcPts val="0"/>
              </a:spcAft>
              <a:buClr>
                <a:schemeClr val="lt2"/>
              </a:buClr>
              <a:buSzPts val="3200"/>
              <a:buNone/>
              <a:defRPr sz="3200">
                <a:solidFill>
                  <a:schemeClr val="lt2"/>
                </a:solidFill>
              </a:defRPr>
            </a:lvl3pPr>
            <a:lvl4pPr lvl="3" algn="l">
              <a:lnSpc>
                <a:spcPct val="100000"/>
              </a:lnSpc>
              <a:spcBef>
                <a:spcPts val="0"/>
              </a:spcBef>
              <a:spcAft>
                <a:spcPts val="0"/>
              </a:spcAft>
              <a:buClr>
                <a:schemeClr val="lt2"/>
              </a:buClr>
              <a:buSzPts val="3200"/>
              <a:buNone/>
              <a:defRPr sz="3200">
                <a:solidFill>
                  <a:schemeClr val="lt2"/>
                </a:solidFill>
              </a:defRPr>
            </a:lvl4pPr>
            <a:lvl5pPr lvl="4" algn="l">
              <a:lnSpc>
                <a:spcPct val="100000"/>
              </a:lnSpc>
              <a:spcBef>
                <a:spcPts val="0"/>
              </a:spcBef>
              <a:spcAft>
                <a:spcPts val="0"/>
              </a:spcAft>
              <a:buClr>
                <a:schemeClr val="lt2"/>
              </a:buClr>
              <a:buSzPts val="3200"/>
              <a:buNone/>
              <a:defRPr sz="3200">
                <a:solidFill>
                  <a:schemeClr val="lt2"/>
                </a:solidFill>
              </a:defRPr>
            </a:lvl5pPr>
            <a:lvl6pPr lvl="5" algn="l">
              <a:lnSpc>
                <a:spcPct val="100000"/>
              </a:lnSpc>
              <a:spcBef>
                <a:spcPts val="0"/>
              </a:spcBef>
              <a:spcAft>
                <a:spcPts val="0"/>
              </a:spcAft>
              <a:buClr>
                <a:schemeClr val="lt2"/>
              </a:buClr>
              <a:buSzPts val="3200"/>
              <a:buNone/>
              <a:defRPr sz="3200">
                <a:solidFill>
                  <a:schemeClr val="lt2"/>
                </a:solidFill>
              </a:defRPr>
            </a:lvl6pPr>
            <a:lvl7pPr lvl="6" algn="l">
              <a:lnSpc>
                <a:spcPct val="100000"/>
              </a:lnSpc>
              <a:spcBef>
                <a:spcPts val="0"/>
              </a:spcBef>
              <a:spcAft>
                <a:spcPts val="0"/>
              </a:spcAft>
              <a:buClr>
                <a:schemeClr val="lt2"/>
              </a:buClr>
              <a:buSzPts val="3200"/>
              <a:buNone/>
              <a:defRPr sz="3200">
                <a:solidFill>
                  <a:schemeClr val="lt2"/>
                </a:solidFill>
              </a:defRPr>
            </a:lvl7pPr>
            <a:lvl8pPr lvl="7" algn="l">
              <a:lnSpc>
                <a:spcPct val="100000"/>
              </a:lnSpc>
              <a:spcBef>
                <a:spcPts val="0"/>
              </a:spcBef>
              <a:spcAft>
                <a:spcPts val="0"/>
              </a:spcAft>
              <a:buClr>
                <a:schemeClr val="lt2"/>
              </a:buClr>
              <a:buSzPts val="3200"/>
              <a:buNone/>
              <a:defRPr sz="3200">
                <a:solidFill>
                  <a:schemeClr val="lt2"/>
                </a:solidFill>
              </a:defRPr>
            </a:lvl8pPr>
            <a:lvl9pPr lvl="8" algn="l">
              <a:lnSpc>
                <a:spcPct val="100000"/>
              </a:lnSpc>
              <a:spcBef>
                <a:spcPts val="0"/>
              </a:spcBef>
              <a:spcAft>
                <a:spcPts val="0"/>
              </a:spcAft>
              <a:buClr>
                <a:schemeClr val="lt2"/>
              </a:buClr>
              <a:buSzPts val="3200"/>
              <a:buNone/>
              <a:defRPr sz="3200">
                <a:solidFill>
                  <a:schemeClr val="lt2"/>
                </a:solidFill>
              </a:defRPr>
            </a:lvl9pPr>
          </a:lstStyle>
          <a:p/>
        </p:txBody>
      </p:sp>
      <p:sp>
        <p:nvSpPr>
          <p:cNvPr id="141" name="Google Shape;141;p61"/>
          <p:cNvSpPr/>
          <p:nvPr/>
        </p:nvSpPr>
        <p:spPr>
          <a:xfrm rot="5400000">
            <a:off x="4487250" y="477600"/>
            <a:ext cx="169500" cy="9162300"/>
          </a:xfrm>
          <a:prstGeom prst="rect">
            <a:avLst/>
          </a:prstGeom>
          <a:gradFill>
            <a:gsLst>
              <a:gs pos="0">
                <a:srgbClr val="6930C3"/>
              </a:gs>
              <a:gs pos="100000">
                <a:srgbClr val="00C4FF">
                  <a:alpha val="63137"/>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CUSTOM_1">
    <p:spTree>
      <p:nvGrpSpPr>
        <p:cNvPr id="142" name="Shape 142"/>
        <p:cNvGrpSpPr/>
        <p:nvPr/>
      </p:nvGrpSpPr>
      <p:grpSpPr>
        <a:xfrm>
          <a:off x="0" y="0"/>
          <a:ext cx="0" cy="0"/>
          <a:chOff x="0" y="0"/>
          <a:chExt cx="0" cy="0"/>
        </a:xfrm>
      </p:grpSpPr>
      <p:sp>
        <p:nvSpPr>
          <p:cNvPr id="143" name="Google Shape;143;p62"/>
          <p:cNvSpPr txBox="1"/>
          <p:nvPr>
            <p:ph type="title"/>
          </p:nvPr>
        </p:nvSpPr>
        <p:spPr>
          <a:xfrm>
            <a:off x="720000" y="387600"/>
            <a:ext cx="7704000" cy="61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200"/>
              <a:buNone/>
              <a:defRPr/>
            </a:lvl1pPr>
            <a:lvl2pPr lvl="1"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2pPr>
            <a:lvl3pPr lvl="2"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3pPr>
            <a:lvl4pPr lvl="3"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4pPr>
            <a:lvl5pPr lvl="4"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5pPr>
            <a:lvl6pPr lvl="5"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6pPr>
            <a:lvl7pPr lvl="6"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7pPr>
            <a:lvl8pPr lvl="7"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8pPr>
            <a:lvl9pPr lvl="8"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9pPr>
          </a:lstStyle>
          <a:p/>
        </p:txBody>
      </p:sp>
      <p:sp>
        <p:nvSpPr>
          <p:cNvPr id="144" name="Google Shape;144;p62"/>
          <p:cNvSpPr txBox="1"/>
          <p:nvPr>
            <p:ph idx="1" type="body"/>
          </p:nvPr>
        </p:nvSpPr>
        <p:spPr>
          <a:xfrm>
            <a:off x="1664400" y="1800200"/>
            <a:ext cx="5815200" cy="2473500"/>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0"/>
              </a:spcBef>
              <a:spcAft>
                <a:spcPts val="0"/>
              </a:spcAft>
              <a:buSzPts val="1600"/>
              <a:buChar char="●"/>
              <a:defRPr sz="1600"/>
            </a:lvl1pPr>
            <a:lvl2pPr indent="-330200" lvl="1" marL="914400" algn="l">
              <a:lnSpc>
                <a:spcPct val="100000"/>
              </a:lnSpc>
              <a:spcBef>
                <a:spcPts val="0"/>
              </a:spcBef>
              <a:spcAft>
                <a:spcPts val="0"/>
              </a:spcAft>
              <a:buSzPts val="1600"/>
              <a:buChar char="○"/>
              <a:defRPr sz="1600"/>
            </a:lvl2pPr>
            <a:lvl3pPr indent="-330200" lvl="2" marL="1371600" algn="l">
              <a:lnSpc>
                <a:spcPct val="100000"/>
              </a:lnSpc>
              <a:spcBef>
                <a:spcPts val="0"/>
              </a:spcBef>
              <a:spcAft>
                <a:spcPts val="0"/>
              </a:spcAft>
              <a:buSzPts val="1600"/>
              <a:buChar char="■"/>
              <a:defRPr sz="1600"/>
            </a:lvl3pPr>
            <a:lvl4pPr indent="-330200" lvl="3" marL="1828800" algn="l">
              <a:lnSpc>
                <a:spcPct val="100000"/>
              </a:lnSpc>
              <a:spcBef>
                <a:spcPts val="0"/>
              </a:spcBef>
              <a:spcAft>
                <a:spcPts val="0"/>
              </a:spcAft>
              <a:buSzPts val="1600"/>
              <a:buChar char="●"/>
              <a:defRPr sz="1600"/>
            </a:lvl4pPr>
            <a:lvl5pPr indent="-330200" lvl="4" marL="2286000" algn="l">
              <a:lnSpc>
                <a:spcPct val="100000"/>
              </a:lnSpc>
              <a:spcBef>
                <a:spcPts val="0"/>
              </a:spcBef>
              <a:spcAft>
                <a:spcPts val="0"/>
              </a:spcAft>
              <a:buSzPts val="1600"/>
              <a:buChar char="○"/>
              <a:defRPr sz="1600"/>
            </a:lvl5pPr>
            <a:lvl6pPr indent="-330200" lvl="5" marL="2743200" algn="l">
              <a:lnSpc>
                <a:spcPct val="100000"/>
              </a:lnSpc>
              <a:spcBef>
                <a:spcPts val="0"/>
              </a:spcBef>
              <a:spcAft>
                <a:spcPts val="0"/>
              </a:spcAft>
              <a:buSzPts val="1600"/>
              <a:buChar char="■"/>
              <a:defRPr sz="1600"/>
            </a:lvl6pPr>
            <a:lvl7pPr indent="-330200" lvl="6" marL="3200400" algn="l">
              <a:lnSpc>
                <a:spcPct val="100000"/>
              </a:lnSpc>
              <a:spcBef>
                <a:spcPts val="0"/>
              </a:spcBef>
              <a:spcAft>
                <a:spcPts val="0"/>
              </a:spcAft>
              <a:buSzPts val="1600"/>
              <a:buChar char="●"/>
              <a:defRPr sz="1600"/>
            </a:lvl7pPr>
            <a:lvl8pPr indent="-330200" lvl="7" marL="3657600" algn="l">
              <a:lnSpc>
                <a:spcPct val="100000"/>
              </a:lnSpc>
              <a:spcBef>
                <a:spcPts val="0"/>
              </a:spcBef>
              <a:spcAft>
                <a:spcPts val="0"/>
              </a:spcAft>
              <a:buSzPts val="1600"/>
              <a:buChar char="○"/>
              <a:defRPr sz="1600"/>
            </a:lvl8pPr>
            <a:lvl9pPr indent="-330200" lvl="8" marL="4114800" algn="l">
              <a:lnSpc>
                <a:spcPct val="100000"/>
              </a:lnSpc>
              <a:spcBef>
                <a:spcPts val="0"/>
              </a:spcBef>
              <a:spcAft>
                <a:spcPts val="0"/>
              </a:spcAft>
              <a:buSzPts val="1600"/>
              <a:buChar char="■"/>
              <a:defRPr sz="1600"/>
            </a:lvl9pPr>
          </a:lstStyle>
          <a:p/>
        </p:txBody>
      </p:sp>
      <p:sp>
        <p:nvSpPr>
          <p:cNvPr id="145" name="Google Shape;145;p62"/>
          <p:cNvSpPr/>
          <p:nvPr/>
        </p:nvSpPr>
        <p:spPr>
          <a:xfrm rot="5400000">
            <a:off x="4487250" y="477600"/>
            <a:ext cx="169500" cy="9162300"/>
          </a:xfrm>
          <a:prstGeom prst="rect">
            <a:avLst/>
          </a:prstGeom>
          <a:gradFill>
            <a:gsLst>
              <a:gs pos="0">
                <a:srgbClr val="6930C3"/>
              </a:gs>
              <a:gs pos="100000">
                <a:srgbClr val="00C4FF">
                  <a:alpha val="63137"/>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6" name="Shape 146"/>
        <p:cNvGrpSpPr/>
        <p:nvPr/>
      </p:nvGrpSpPr>
      <p:grpSpPr>
        <a:xfrm>
          <a:off x="0" y="0"/>
          <a:ext cx="0" cy="0"/>
          <a:chOff x="0" y="0"/>
          <a:chExt cx="0" cy="0"/>
        </a:xfrm>
      </p:grpSpPr>
      <p:sp>
        <p:nvSpPr>
          <p:cNvPr id="147" name="Google Shape;147;p63"/>
          <p:cNvSpPr txBox="1"/>
          <p:nvPr>
            <p:ph type="title"/>
          </p:nvPr>
        </p:nvSpPr>
        <p:spPr>
          <a:xfrm>
            <a:off x="720000" y="387600"/>
            <a:ext cx="7704000" cy="61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2pPr>
            <a:lvl3pPr lvl="2"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3pPr>
            <a:lvl4pPr lvl="3"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4pPr>
            <a:lvl5pPr lvl="4"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5pPr>
            <a:lvl6pPr lvl="5"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6pPr>
            <a:lvl7pPr lvl="6"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7pPr>
            <a:lvl8pPr lvl="7"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8pPr>
            <a:lvl9pPr lvl="8"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9pPr>
          </a:lstStyle>
          <a:p/>
        </p:txBody>
      </p:sp>
      <p:sp>
        <p:nvSpPr>
          <p:cNvPr id="148" name="Google Shape;148;p63"/>
          <p:cNvSpPr/>
          <p:nvPr/>
        </p:nvSpPr>
        <p:spPr>
          <a:xfrm rot="5400000">
            <a:off x="4487250" y="477600"/>
            <a:ext cx="169500" cy="9162300"/>
          </a:xfrm>
          <a:prstGeom prst="rect">
            <a:avLst/>
          </a:prstGeom>
          <a:gradFill>
            <a:gsLst>
              <a:gs pos="0">
                <a:srgbClr val="6930C3"/>
              </a:gs>
              <a:gs pos="100000">
                <a:srgbClr val="00C4FF">
                  <a:alpha val="63137"/>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9" name="Shape 149"/>
        <p:cNvGrpSpPr/>
        <p:nvPr/>
      </p:nvGrpSpPr>
      <p:grpSpPr>
        <a:xfrm>
          <a:off x="0" y="0"/>
          <a:ext cx="0" cy="0"/>
          <a:chOff x="0" y="0"/>
          <a:chExt cx="0" cy="0"/>
        </a:xfrm>
      </p:grpSpPr>
      <p:sp>
        <p:nvSpPr>
          <p:cNvPr id="150" name="Google Shape;150;p64"/>
          <p:cNvSpPr txBox="1"/>
          <p:nvPr>
            <p:ph idx="1" type="subTitle"/>
          </p:nvPr>
        </p:nvSpPr>
        <p:spPr>
          <a:xfrm>
            <a:off x="1476350" y="2895600"/>
            <a:ext cx="2486100" cy="371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p:txBody>
      </p:sp>
      <p:sp>
        <p:nvSpPr>
          <p:cNvPr id="151" name="Google Shape;151;p64"/>
          <p:cNvSpPr txBox="1"/>
          <p:nvPr>
            <p:ph idx="2" type="subTitle"/>
          </p:nvPr>
        </p:nvSpPr>
        <p:spPr>
          <a:xfrm>
            <a:off x="1476350" y="3272025"/>
            <a:ext cx="2486100" cy="95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52" name="Google Shape;152;p64"/>
          <p:cNvSpPr txBox="1"/>
          <p:nvPr>
            <p:ph idx="3" type="subTitle"/>
          </p:nvPr>
        </p:nvSpPr>
        <p:spPr>
          <a:xfrm>
            <a:off x="5181575" y="2895600"/>
            <a:ext cx="2486100" cy="371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p:txBody>
      </p:sp>
      <p:sp>
        <p:nvSpPr>
          <p:cNvPr id="153" name="Google Shape;153;p64"/>
          <p:cNvSpPr txBox="1"/>
          <p:nvPr>
            <p:ph idx="4" type="subTitle"/>
          </p:nvPr>
        </p:nvSpPr>
        <p:spPr>
          <a:xfrm>
            <a:off x="5181575" y="3272025"/>
            <a:ext cx="2486100" cy="95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54" name="Google Shape;154;p64"/>
          <p:cNvSpPr txBox="1"/>
          <p:nvPr>
            <p:ph type="title"/>
          </p:nvPr>
        </p:nvSpPr>
        <p:spPr>
          <a:xfrm>
            <a:off x="720000" y="387600"/>
            <a:ext cx="7704000" cy="61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2pPr>
            <a:lvl3pPr lvl="2"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3pPr>
            <a:lvl4pPr lvl="3"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4pPr>
            <a:lvl5pPr lvl="4"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5pPr>
            <a:lvl6pPr lvl="5"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6pPr>
            <a:lvl7pPr lvl="6"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7pPr>
            <a:lvl8pPr lvl="7"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8pPr>
            <a:lvl9pPr lvl="8"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9pPr>
          </a:lstStyle>
          <a:p/>
        </p:txBody>
      </p:sp>
      <p:sp>
        <p:nvSpPr>
          <p:cNvPr id="155" name="Google Shape;155;p64"/>
          <p:cNvSpPr/>
          <p:nvPr/>
        </p:nvSpPr>
        <p:spPr>
          <a:xfrm rot="5400000">
            <a:off x="4487250" y="477600"/>
            <a:ext cx="169500" cy="9162300"/>
          </a:xfrm>
          <a:prstGeom prst="rect">
            <a:avLst/>
          </a:prstGeom>
          <a:gradFill>
            <a:gsLst>
              <a:gs pos="0">
                <a:srgbClr val="6930C3"/>
              </a:gs>
              <a:gs pos="100000">
                <a:srgbClr val="00C4FF">
                  <a:alpha val="63137"/>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6" name="Shape 156"/>
        <p:cNvGrpSpPr/>
        <p:nvPr/>
      </p:nvGrpSpPr>
      <p:grpSpPr>
        <a:xfrm>
          <a:off x="0" y="0"/>
          <a:ext cx="0" cy="0"/>
          <a:chOff x="0" y="0"/>
          <a:chExt cx="0" cy="0"/>
        </a:xfrm>
      </p:grpSpPr>
      <p:sp>
        <p:nvSpPr>
          <p:cNvPr id="157" name="Google Shape;157;p65"/>
          <p:cNvSpPr txBox="1"/>
          <p:nvPr>
            <p:ph idx="1" type="body"/>
          </p:nvPr>
        </p:nvSpPr>
        <p:spPr>
          <a:xfrm>
            <a:off x="720000" y="1106800"/>
            <a:ext cx="8012100" cy="3648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lt2"/>
              </a:buClr>
              <a:buSzPts val="1200"/>
              <a:buAutoNum type="arabicPeriod"/>
              <a:defRPr sz="1200"/>
            </a:lvl1pPr>
            <a:lvl2pPr indent="-304800" lvl="1" marL="914400" algn="l">
              <a:lnSpc>
                <a:spcPct val="100000"/>
              </a:lnSpc>
              <a:spcBef>
                <a:spcPts val="0"/>
              </a:spcBef>
              <a:spcAft>
                <a:spcPts val="0"/>
              </a:spcAft>
              <a:buSzPts val="1200"/>
              <a:buAutoNum type="alphaLcPeriod"/>
              <a:defRPr sz="1200"/>
            </a:lvl2pPr>
            <a:lvl3pPr indent="-304800" lvl="2" marL="1371600" algn="l">
              <a:lnSpc>
                <a:spcPct val="100000"/>
              </a:lnSpc>
              <a:spcBef>
                <a:spcPts val="0"/>
              </a:spcBef>
              <a:spcAft>
                <a:spcPts val="0"/>
              </a:spcAft>
              <a:buSzPts val="1200"/>
              <a:buAutoNum type="romanLcPeriod"/>
              <a:defRPr sz="1200"/>
            </a:lvl3pPr>
            <a:lvl4pPr indent="-304800" lvl="3" marL="1828800" algn="l">
              <a:lnSpc>
                <a:spcPct val="100000"/>
              </a:lnSpc>
              <a:spcBef>
                <a:spcPts val="0"/>
              </a:spcBef>
              <a:spcAft>
                <a:spcPts val="0"/>
              </a:spcAft>
              <a:buSzPts val="1200"/>
              <a:buAutoNum type="arabicPeriod"/>
              <a:defRPr sz="1200"/>
            </a:lvl4pPr>
            <a:lvl5pPr indent="-304800" lvl="4" marL="2286000" algn="l">
              <a:lnSpc>
                <a:spcPct val="100000"/>
              </a:lnSpc>
              <a:spcBef>
                <a:spcPts val="0"/>
              </a:spcBef>
              <a:spcAft>
                <a:spcPts val="0"/>
              </a:spcAft>
              <a:buSzPts val="1200"/>
              <a:buAutoNum type="alphaLcPeriod"/>
              <a:defRPr sz="1200"/>
            </a:lvl5pPr>
            <a:lvl6pPr indent="-304800" lvl="5" marL="2743200" algn="l">
              <a:lnSpc>
                <a:spcPct val="100000"/>
              </a:lnSpc>
              <a:spcBef>
                <a:spcPts val="0"/>
              </a:spcBef>
              <a:spcAft>
                <a:spcPts val="0"/>
              </a:spcAft>
              <a:buSzPts val="1200"/>
              <a:buAutoNum type="romanLcPeriod"/>
              <a:defRPr sz="1200"/>
            </a:lvl6pPr>
            <a:lvl7pPr indent="-304800" lvl="6" marL="3200400" algn="l">
              <a:lnSpc>
                <a:spcPct val="100000"/>
              </a:lnSpc>
              <a:spcBef>
                <a:spcPts val="0"/>
              </a:spcBef>
              <a:spcAft>
                <a:spcPts val="0"/>
              </a:spcAft>
              <a:buSzPts val="1200"/>
              <a:buAutoNum type="arabicPeriod"/>
              <a:defRPr sz="1200"/>
            </a:lvl7pPr>
            <a:lvl8pPr indent="-304800" lvl="7" marL="3657600" algn="l">
              <a:lnSpc>
                <a:spcPct val="100000"/>
              </a:lnSpc>
              <a:spcBef>
                <a:spcPts val="0"/>
              </a:spcBef>
              <a:spcAft>
                <a:spcPts val="0"/>
              </a:spcAft>
              <a:buSzPts val="1200"/>
              <a:buAutoNum type="alphaLcPeriod"/>
              <a:defRPr sz="1200"/>
            </a:lvl8pPr>
            <a:lvl9pPr indent="-304800" lvl="8" marL="4114800" algn="l">
              <a:lnSpc>
                <a:spcPct val="100000"/>
              </a:lnSpc>
              <a:spcBef>
                <a:spcPts val="0"/>
              </a:spcBef>
              <a:spcAft>
                <a:spcPts val="0"/>
              </a:spcAft>
              <a:buSzPts val="1200"/>
              <a:buAutoNum type="romanLcPeriod"/>
              <a:defRPr sz="1200"/>
            </a:lvl9pPr>
          </a:lstStyle>
          <a:p/>
        </p:txBody>
      </p:sp>
      <p:sp>
        <p:nvSpPr>
          <p:cNvPr id="158" name="Google Shape;158;p65"/>
          <p:cNvSpPr txBox="1"/>
          <p:nvPr>
            <p:ph type="title"/>
          </p:nvPr>
        </p:nvSpPr>
        <p:spPr>
          <a:xfrm>
            <a:off x="720000" y="387600"/>
            <a:ext cx="7704000" cy="61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2pPr>
            <a:lvl3pPr lvl="2"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3pPr>
            <a:lvl4pPr lvl="3"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4pPr>
            <a:lvl5pPr lvl="4"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5pPr>
            <a:lvl6pPr lvl="5"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6pPr>
            <a:lvl7pPr lvl="6"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7pPr>
            <a:lvl8pPr lvl="7"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8pPr>
            <a:lvl9pPr lvl="8" algn="l">
              <a:lnSpc>
                <a:spcPct val="100000"/>
              </a:lnSpc>
              <a:spcBef>
                <a:spcPts val="0"/>
              </a:spcBef>
              <a:spcAft>
                <a:spcPts val="0"/>
              </a:spcAft>
              <a:buSzPts val="3200"/>
              <a:buFont typeface="Palanquin Dark"/>
              <a:buNone/>
              <a:defRPr>
                <a:latin typeface="Palanquin Dark"/>
                <a:ea typeface="Palanquin Dark"/>
                <a:cs typeface="Palanquin Dark"/>
                <a:sym typeface="Palanquin Dark"/>
              </a:defRPr>
            </a:lvl9pPr>
          </a:lstStyle>
          <a:p/>
        </p:txBody>
      </p:sp>
      <p:sp>
        <p:nvSpPr>
          <p:cNvPr id="159" name="Google Shape;159;p65"/>
          <p:cNvSpPr/>
          <p:nvPr/>
        </p:nvSpPr>
        <p:spPr>
          <a:xfrm rot="5400000">
            <a:off x="4487250" y="477600"/>
            <a:ext cx="169500" cy="9162300"/>
          </a:xfrm>
          <a:prstGeom prst="rect">
            <a:avLst/>
          </a:prstGeom>
          <a:gradFill>
            <a:gsLst>
              <a:gs pos="0">
                <a:srgbClr val="6930C3"/>
              </a:gs>
              <a:gs pos="100000">
                <a:srgbClr val="00C4FF">
                  <a:alpha val="63137"/>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0" name="Shape 160"/>
        <p:cNvGrpSpPr/>
        <p:nvPr/>
      </p:nvGrpSpPr>
      <p:grpSpPr>
        <a:xfrm>
          <a:off x="0" y="0"/>
          <a:ext cx="0" cy="0"/>
          <a:chOff x="0" y="0"/>
          <a:chExt cx="0" cy="0"/>
        </a:xfrm>
      </p:grpSpPr>
      <p:sp>
        <p:nvSpPr>
          <p:cNvPr id="161" name="Google Shape;161;p66"/>
          <p:cNvSpPr txBox="1"/>
          <p:nvPr>
            <p:ph type="title"/>
          </p:nvPr>
        </p:nvSpPr>
        <p:spPr>
          <a:xfrm>
            <a:off x="4953000" y="2690725"/>
            <a:ext cx="2943900" cy="1367400"/>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SzPts val="4000"/>
              <a:buNone/>
              <a:defRPr sz="4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62" name="Google Shape;162;p66"/>
          <p:cNvSpPr txBox="1"/>
          <p:nvPr>
            <p:ph idx="2" type="title"/>
          </p:nvPr>
        </p:nvSpPr>
        <p:spPr>
          <a:xfrm>
            <a:off x="4953150" y="654300"/>
            <a:ext cx="1199700" cy="926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FFFFFF"/>
              </a:buClr>
              <a:buSzPts val="6000"/>
              <a:buNone/>
              <a:defRPr sz="6000">
                <a:solidFill>
                  <a:srgbClr val="FFFFFF"/>
                </a:solidFill>
              </a:defRPr>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p:txBody>
      </p:sp>
      <p:sp>
        <p:nvSpPr>
          <p:cNvPr id="163" name="Google Shape;163;p66"/>
          <p:cNvSpPr txBox="1"/>
          <p:nvPr>
            <p:ph idx="1" type="subTitle"/>
          </p:nvPr>
        </p:nvSpPr>
        <p:spPr>
          <a:xfrm>
            <a:off x="4953000" y="4017350"/>
            <a:ext cx="2943900" cy="76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164" name="Shape 164"/>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65" name="Shape 165"/>
        <p:cNvGrpSpPr/>
        <p:nvPr/>
      </p:nvGrpSpPr>
      <p:grpSpPr>
        <a:xfrm>
          <a:off x="0" y="0"/>
          <a:ext cx="0" cy="0"/>
          <a:chOff x="0" y="0"/>
          <a:chExt cx="0" cy="0"/>
        </a:xfrm>
      </p:grpSpPr>
      <p:sp>
        <p:nvSpPr>
          <p:cNvPr id="166" name="Google Shape;166;p68"/>
          <p:cNvSpPr txBox="1"/>
          <p:nvPr>
            <p:ph type="title"/>
          </p:nvPr>
        </p:nvSpPr>
        <p:spPr>
          <a:xfrm>
            <a:off x="2032950" y="1780526"/>
            <a:ext cx="5078100" cy="158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FFFFFF"/>
              </a:buClr>
              <a:buSzPts val="7000"/>
              <a:buNone/>
              <a:defRPr sz="7000">
                <a:solidFill>
                  <a:srgbClr val="FFFFFF"/>
                </a:solidFill>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167" name="Google Shape;167;p68"/>
          <p:cNvSpPr txBox="1"/>
          <p:nvPr>
            <p:ph idx="1" type="subTitle"/>
          </p:nvPr>
        </p:nvSpPr>
        <p:spPr>
          <a:xfrm>
            <a:off x="1526550" y="4018475"/>
            <a:ext cx="6090900" cy="69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2">
    <p:spTree>
      <p:nvGrpSpPr>
        <p:cNvPr id="168" name="Shape 168"/>
        <p:cNvGrpSpPr/>
        <p:nvPr/>
      </p:nvGrpSpPr>
      <p:grpSpPr>
        <a:xfrm>
          <a:off x="0" y="0"/>
          <a:ext cx="0" cy="0"/>
          <a:chOff x="0" y="0"/>
          <a:chExt cx="0" cy="0"/>
        </a:xfrm>
      </p:grpSpPr>
      <p:sp>
        <p:nvSpPr>
          <p:cNvPr id="169" name="Google Shape;169;p69"/>
          <p:cNvSpPr txBox="1"/>
          <p:nvPr>
            <p:ph idx="1" type="subTitle"/>
          </p:nvPr>
        </p:nvSpPr>
        <p:spPr>
          <a:xfrm>
            <a:off x="4400625" y="2308977"/>
            <a:ext cx="3355200" cy="1038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800"/>
              <a:buNone/>
              <a:defRPr sz="1400">
                <a:solidFill>
                  <a:srgbClr val="FFFFFF"/>
                </a:solidFill>
                <a:latin typeface="Montserrat Medium"/>
                <a:ea typeface="Montserrat Medium"/>
                <a:cs typeface="Montserrat Medium"/>
                <a:sym typeface="Montserrat Medium"/>
              </a:defRPr>
            </a:lvl1pPr>
            <a:lvl2pPr lvl="1" algn="l">
              <a:lnSpc>
                <a:spcPct val="100000"/>
              </a:lnSpc>
              <a:spcBef>
                <a:spcPts val="0"/>
              </a:spcBef>
              <a:spcAft>
                <a:spcPts val="0"/>
              </a:spcAft>
              <a:buSzPts val="1400"/>
              <a:buNone/>
              <a:defRPr sz="1400">
                <a:solidFill>
                  <a:srgbClr val="FFFFFF"/>
                </a:solidFill>
                <a:latin typeface="Montserrat Medium"/>
                <a:ea typeface="Montserrat Medium"/>
                <a:cs typeface="Montserrat Medium"/>
                <a:sym typeface="Montserrat Medium"/>
              </a:defRPr>
            </a:lvl2pPr>
            <a:lvl3pPr lvl="2" algn="l">
              <a:lnSpc>
                <a:spcPct val="100000"/>
              </a:lnSpc>
              <a:spcBef>
                <a:spcPts val="0"/>
              </a:spcBef>
              <a:spcAft>
                <a:spcPts val="0"/>
              </a:spcAft>
              <a:buSzPts val="1400"/>
              <a:buNone/>
              <a:defRPr sz="1400">
                <a:solidFill>
                  <a:srgbClr val="FFFFFF"/>
                </a:solidFill>
                <a:latin typeface="Montserrat Medium"/>
                <a:ea typeface="Montserrat Medium"/>
                <a:cs typeface="Montserrat Medium"/>
                <a:sym typeface="Montserrat Medium"/>
              </a:defRPr>
            </a:lvl3pPr>
            <a:lvl4pPr lvl="3" algn="l">
              <a:lnSpc>
                <a:spcPct val="100000"/>
              </a:lnSpc>
              <a:spcBef>
                <a:spcPts val="0"/>
              </a:spcBef>
              <a:spcAft>
                <a:spcPts val="0"/>
              </a:spcAft>
              <a:buSzPts val="1400"/>
              <a:buNone/>
              <a:defRPr sz="1400">
                <a:solidFill>
                  <a:srgbClr val="FFFFFF"/>
                </a:solidFill>
                <a:latin typeface="Montserrat Medium"/>
                <a:ea typeface="Montserrat Medium"/>
                <a:cs typeface="Montserrat Medium"/>
                <a:sym typeface="Montserrat Medium"/>
              </a:defRPr>
            </a:lvl4pPr>
            <a:lvl5pPr lvl="4" algn="l">
              <a:lnSpc>
                <a:spcPct val="100000"/>
              </a:lnSpc>
              <a:spcBef>
                <a:spcPts val="0"/>
              </a:spcBef>
              <a:spcAft>
                <a:spcPts val="0"/>
              </a:spcAft>
              <a:buSzPts val="1400"/>
              <a:buNone/>
              <a:defRPr sz="1400">
                <a:solidFill>
                  <a:srgbClr val="FFFFFF"/>
                </a:solidFill>
                <a:latin typeface="Montserrat Medium"/>
                <a:ea typeface="Montserrat Medium"/>
                <a:cs typeface="Montserrat Medium"/>
                <a:sym typeface="Montserrat Medium"/>
              </a:defRPr>
            </a:lvl5pPr>
            <a:lvl6pPr lvl="5" algn="l">
              <a:lnSpc>
                <a:spcPct val="100000"/>
              </a:lnSpc>
              <a:spcBef>
                <a:spcPts val="0"/>
              </a:spcBef>
              <a:spcAft>
                <a:spcPts val="0"/>
              </a:spcAft>
              <a:buSzPts val="1400"/>
              <a:buNone/>
              <a:defRPr sz="1400">
                <a:solidFill>
                  <a:srgbClr val="FFFFFF"/>
                </a:solidFill>
                <a:latin typeface="Montserrat Medium"/>
                <a:ea typeface="Montserrat Medium"/>
                <a:cs typeface="Montserrat Medium"/>
                <a:sym typeface="Montserrat Medium"/>
              </a:defRPr>
            </a:lvl6pPr>
            <a:lvl7pPr lvl="6" algn="l">
              <a:lnSpc>
                <a:spcPct val="100000"/>
              </a:lnSpc>
              <a:spcBef>
                <a:spcPts val="0"/>
              </a:spcBef>
              <a:spcAft>
                <a:spcPts val="0"/>
              </a:spcAft>
              <a:buSzPts val="1400"/>
              <a:buNone/>
              <a:defRPr sz="1400">
                <a:solidFill>
                  <a:srgbClr val="FFFFFF"/>
                </a:solidFill>
                <a:latin typeface="Montserrat Medium"/>
                <a:ea typeface="Montserrat Medium"/>
                <a:cs typeface="Montserrat Medium"/>
                <a:sym typeface="Montserrat Medium"/>
              </a:defRPr>
            </a:lvl7pPr>
            <a:lvl8pPr lvl="7" algn="l">
              <a:lnSpc>
                <a:spcPct val="100000"/>
              </a:lnSpc>
              <a:spcBef>
                <a:spcPts val="0"/>
              </a:spcBef>
              <a:spcAft>
                <a:spcPts val="0"/>
              </a:spcAft>
              <a:buSzPts val="1400"/>
              <a:buNone/>
              <a:defRPr sz="1400">
                <a:solidFill>
                  <a:srgbClr val="FFFFFF"/>
                </a:solidFill>
                <a:latin typeface="Montserrat Medium"/>
                <a:ea typeface="Montserrat Medium"/>
                <a:cs typeface="Montserrat Medium"/>
                <a:sym typeface="Montserrat Medium"/>
              </a:defRPr>
            </a:lvl8pPr>
            <a:lvl9pPr lvl="8" algn="l">
              <a:lnSpc>
                <a:spcPct val="100000"/>
              </a:lnSpc>
              <a:spcBef>
                <a:spcPts val="0"/>
              </a:spcBef>
              <a:spcAft>
                <a:spcPts val="0"/>
              </a:spcAft>
              <a:buSzPts val="1400"/>
              <a:buNone/>
              <a:defRPr sz="1400">
                <a:solidFill>
                  <a:srgbClr val="FFFFFF"/>
                </a:solidFill>
                <a:latin typeface="Montserrat Medium"/>
                <a:ea typeface="Montserrat Medium"/>
                <a:cs typeface="Montserrat Medium"/>
                <a:sym typeface="Montserrat Medium"/>
              </a:defRPr>
            </a:lvl9pPr>
          </a:lstStyle>
          <a:p/>
        </p:txBody>
      </p:sp>
      <p:sp>
        <p:nvSpPr>
          <p:cNvPr id="170" name="Google Shape;170;p69"/>
          <p:cNvSpPr txBox="1"/>
          <p:nvPr>
            <p:ph type="title"/>
          </p:nvPr>
        </p:nvSpPr>
        <p:spPr>
          <a:xfrm>
            <a:off x="4260900" y="1411127"/>
            <a:ext cx="3710400" cy="9729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FFFFFF"/>
              </a:buClr>
              <a:buSzPts val="6000"/>
              <a:buNone/>
              <a:defRPr sz="6000">
                <a:solidFill>
                  <a:srgbClr val="FFFFFF"/>
                </a:solidFill>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171" name="Shape 171"/>
        <p:cNvGrpSpPr/>
        <p:nvPr/>
      </p:nvGrpSpPr>
      <p:grpSpPr>
        <a:xfrm>
          <a:off x="0" y="0"/>
          <a:ext cx="0" cy="0"/>
          <a:chOff x="0" y="0"/>
          <a:chExt cx="0" cy="0"/>
        </a:xfrm>
      </p:grpSpPr>
      <p:sp>
        <p:nvSpPr>
          <p:cNvPr id="172" name="Google Shape;172;p70"/>
          <p:cNvSpPr txBox="1"/>
          <p:nvPr>
            <p:ph type="title"/>
          </p:nvPr>
        </p:nvSpPr>
        <p:spPr>
          <a:xfrm>
            <a:off x="483577" y="141479"/>
            <a:ext cx="8176800" cy="639000"/>
          </a:xfrm>
          <a:prstGeom prst="rect">
            <a:avLst/>
          </a:prstGeom>
          <a:noFill/>
          <a:ln>
            <a:noFill/>
          </a:ln>
        </p:spPr>
        <p:txBody>
          <a:bodyPr anchorCtr="0" anchor="b" bIns="78875" lIns="78875" spcFirstLastPara="1" rIns="78875" wrap="square" tIns="78875">
            <a:noAutofit/>
          </a:bodyPr>
          <a:lstStyle>
            <a:lvl1pPr lvl="0" algn="l">
              <a:lnSpc>
                <a:spcPct val="95000"/>
              </a:lnSpc>
              <a:spcBef>
                <a:spcPts val="0"/>
              </a:spcBef>
              <a:spcAft>
                <a:spcPts val="0"/>
              </a:spcAft>
              <a:buSzPts val="2000"/>
              <a:buNone/>
              <a:defRPr/>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p:txBody>
      </p:sp>
      <p:sp>
        <p:nvSpPr>
          <p:cNvPr id="173" name="Google Shape;173;p70"/>
          <p:cNvSpPr txBox="1"/>
          <p:nvPr>
            <p:ph idx="1" type="body"/>
          </p:nvPr>
        </p:nvSpPr>
        <p:spPr>
          <a:xfrm>
            <a:off x="483554" y="1417782"/>
            <a:ext cx="8176800" cy="3311100"/>
          </a:xfrm>
          <a:prstGeom prst="rect">
            <a:avLst/>
          </a:prstGeom>
          <a:noFill/>
          <a:ln>
            <a:noFill/>
          </a:ln>
        </p:spPr>
        <p:txBody>
          <a:bodyPr anchorCtr="0" anchor="t" bIns="78875" lIns="78875" spcFirstLastPara="1" rIns="78875" wrap="square" tIns="78875">
            <a:noAutofit/>
          </a:bodyPr>
          <a:lstStyle>
            <a:lvl1pPr indent="-342900" lvl="0" marL="457200" algn="l">
              <a:lnSpc>
                <a:spcPct val="100000"/>
              </a:lnSpc>
              <a:spcBef>
                <a:spcPts val="0"/>
              </a:spcBef>
              <a:spcAft>
                <a:spcPts val="0"/>
              </a:spcAft>
              <a:buSzPts val="1800"/>
              <a:buChar char="●"/>
              <a:defRPr/>
            </a:lvl1pPr>
            <a:lvl2pPr indent="-330200" lvl="1" marL="914400" algn="l">
              <a:lnSpc>
                <a:spcPct val="100000"/>
              </a:lnSpc>
              <a:spcBef>
                <a:spcPts val="0"/>
              </a:spcBef>
              <a:spcAft>
                <a:spcPts val="0"/>
              </a:spcAft>
              <a:buSzPts val="1600"/>
              <a:buChar char="○"/>
              <a:defRPr/>
            </a:lvl2pPr>
            <a:lvl3pPr indent="-317500" lvl="2" marL="1371600" algn="l">
              <a:lnSpc>
                <a:spcPct val="100000"/>
              </a:lnSpc>
              <a:spcBef>
                <a:spcPts val="0"/>
              </a:spcBef>
              <a:spcAft>
                <a:spcPts val="0"/>
              </a:spcAft>
              <a:buSzPts val="1400"/>
              <a:buChar char="■"/>
              <a:defRPr/>
            </a:lvl3pPr>
            <a:lvl4pPr indent="-311150" lvl="3" marL="1828800" algn="l">
              <a:lnSpc>
                <a:spcPct val="100000"/>
              </a:lnSpc>
              <a:spcBef>
                <a:spcPts val="0"/>
              </a:spcBef>
              <a:spcAft>
                <a:spcPts val="0"/>
              </a:spcAft>
              <a:buSzPts val="1300"/>
              <a:buChar char="●"/>
              <a:defRPr/>
            </a:lvl4pPr>
            <a:lvl5pPr indent="-292100" lvl="4" marL="2286000" algn="l">
              <a:lnSpc>
                <a:spcPct val="100000"/>
              </a:lnSpc>
              <a:spcBef>
                <a:spcPts val="0"/>
              </a:spcBef>
              <a:spcAft>
                <a:spcPts val="0"/>
              </a:spcAft>
              <a:buSzPts val="10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174" name="Google Shape;174;p70"/>
          <p:cNvSpPr txBox="1"/>
          <p:nvPr>
            <p:ph idx="12" type="sldNum"/>
          </p:nvPr>
        </p:nvSpPr>
        <p:spPr>
          <a:xfrm>
            <a:off x="8261028" y="4868862"/>
            <a:ext cx="398700" cy="1242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5F5046"/>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5F5046"/>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5F5046"/>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5F5046"/>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5F5046"/>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5F5046"/>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5F5046"/>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5F5046"/>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5F504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75" name="Shape 175"/>
        <p:cNvGrpSpPr/>
        <p:nvPr/>
      </p:nvGrpSpPr>
      <p:grpSpPr>
        <a:xfrm>
          <a:off x="0" y="0"/>
          <a:ext cx="0" cy="0"/>
          <a:chOff x="0" y="0"/>
          <a:chExt cx="0" cy="0"/>
        </a:xfrm>
      </p:grpSpPr>
      <p:sp>
        <p:nvSpPr>
          <p:cNvPr id="176" name="Google Shape;176;p71"/>
          <p:cNvSpPr txBox="1"/>
          <p:nvPr>
            <p:ph type="title"/>
          </p:nvPr>
        </p:nvSpPr>
        <p:spPr>
          <a:xfrm>
            <a:off x="483576" y="141503"/>
            <a:ext cx="8176800" cy="638700"/>
          </a:xfrm>
          <a:prstGeom prst="rect">
            <a:avLst/>
          </a:prstGeom>
          <a:noFill/>
          <a:ln>
            <a:noFill/>
          </a:ln>
        </p:spPr>
        <p:txBody>
          <a:bodyPr anchorCtr="0" anchor="b" bIns="91325" lIns="91325" spcFirstLastPara="1" rIns="91325" wrap="square" tIns="91325">
            <a:noAutofit/>
          </a:bodyPr>
          <a:lstStyle>
            <a:lvl1pPr lvl="0" marR="0" algn="l">
              <a:lnSpc>
                <a:spcPct val="95000"/>
              </a:lnSpc>
              <a:spcBef>
                <a:spcPts val="0"/>
              </a:spcBef>
              <a:spcAft>
                <a:spcPts val="0"/>
              </a:spcAft>
              <a:buClr>
                <a:schemeClr val="dk1"/>
              </a:buClr>
              <a:buSzPts val="1400"/>
              <a:buFont typeface="Arial"/>
              <a:buNone/>
              <a:defRPr b="0" i="0" sz="189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17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17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17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17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17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17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17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170" u="none" cap="none" strike="noStrike">
                <a:solidFill>
                  <a:srgbClr val="000000"/>
                </a:solidFill>
                <a:latin typeface="Arial"/>
                <a:ea typeface="Arial"/>
                <a:cs typeface="Arial"/>
                <a:sym typeface="Arial"/>
              </a:defRPr>
            </a:lvl9pPr>
          </a:lstStyle>
          <a:p/>
        </p:txBody>
      </p:sp>
      <p:sp>
        <p:nvSpPr>
          <p:cNvPr id="177" name="Google Shape;177;p71"/>
          <p:cNvSpPr txBox="1"/>
          <p:nvPr>
            <p:ph idx="12" type="sldNum"/>
          </p:nvPr>
        </p:nvSpPr>
        <p:spPr>
          <a:xfrm>
            <a:off x="8261076" y="4868861"/>
            <a:ext cx="398700" cy="1242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5F5046"/>
              </a:buClr>
              <a:buSzPts val="700"/>
              <a:buFont typeface="Arial"/>
              <a:buNone/>
              <a:defRPr b="0" i="0" sz="630" u="none" cap="none" strike="noStrike">
                <a:solidFill>
                  <a:srgbClr val="5F5046"/>
                </a:solidFill>
                <a:latin typeface="Arial"/>
                <a:ea typeface="Arial"/>
                <a:cs typeface="Arial"/>
                <a:sym typeface="Arial"/>
              </a:defRPr>
            </a:lvl1pPr>
            <a:lvl2pPr indent="0" lvl="1" marL="0" marR="0" rtl="0" algn="r">
              <a:lnSpc>
                <a:spcPct val="100000"/>
              </a:lnSpc>
              <a:spcBef>
                <a:spcPts val="0"/>
              </a:spcBef>
              <a:spcAft>
                <a:spcPts val="0"/>
              </a:spcAft>
              <a:buClr>
                <a:srgbClr val="5F5046"/>
              </a:buClr>
              <a:buSzPts val="700"/>
              <a:buFont typeface="Arial"/>
              <a:buNone/>
              <a:defRPr b="0" i="0" sz="630" u="none" cap="none" strike="noStrike">
                <a:solidFill>
                  <a:srgbClr val="5F5046"/>
                </a:solidFill>
                <a:latin typeface="Arial"/>
                <a:ea typeface="Arial"/>
                <a:cs typeface="Arial"/>
                <a:sym typeface="Arial"/>
              </a:defRPr>
            </a:lvl2pPr>
            <a:lvl3pPr indent="0" lvl="2" marL="0" marR="0" rtl="0" algn="r">
              <a:lnSpc>
                <a:spcPct val="100000"/>
              </a:lnSpc>
              <a:spcBef>
                <a:spcPts val="0"/>
              </a:spcBef>
              <a:spcAft>
                <a:spcPts val="0"/>
              </a:spcAft>
              <a:buClr>
                <a:srgbClr val="5F5046"/>
              </a:buClr>
              <a:buSzPts val="700"/>
              <a:buFont typeface="Arial"/>
              <a:buNone/>
              <a:defRPr b="0" i="0" sz="630" u="none" cap="none" strike="noStrike">
                <a:solidFill>
                  <a:srgbClr val="5F5046"/>
                </a:solidFill>
                <a:latin typeface="Arial"/>
                <a:ea typeface="Arial"/>
                <a:cs typeface="Arial"/>
                <a:sym typeface="Arial"/>
              </a:defRPr>
            </a:lvl3pPr>
            <a:lvl4pPr indent="0" lvl="3" marL="0" marR="0" rtl="0" algn="r">
              <a:lnSpc>
                <a:spcPct val="100000"/>
              </a:lnSpc>
              <a:spcBef>
                <a:spcPts val="0"/>
              </a:spcBef>
              <a:spcAft>
                <a:spcPts val="0"/>
              </a:spcAft>
              <a:buClr>
                <a:srgbClr val="5F5046"/>
              </a:buClr>
              <a:buSzPts val="700"/>
              <a:buFont typeface="Arial"/>
              <a:buNone/>
              <a:defRPr b="0" i="0" sz="630" u="none" cap="none" strike="noStrike">
                <a:solidFill>
                  <a:srgbClr val="5F5046"/>
                </a:solidFill>
                <a:latin typeface="Arial"/>
                <a:ea typeface="Arial"/>
                <a:cs typeface="Arial"/>
                <a:sym typeface="Arial"/>
              </a:defRPr>
            </a:lvl4pPr>
            <a:lvl5pPr indent="0" lvl="4" marL="0" marR="0" rtl="0" algn="r">
              <a:lnSpc>
                <a:spcPct val="100000"/>
              </a:lnSpc>
              <a:spcBef>
                <a:spcPts val="0"/>
              </a:spcBef>
              <a:spcAft>
                <a:spcPts val="0"/>
              </a:spcAft>
              <a:buClr>
                <a:srgbClr val="5F5046"/>
              </a:buClr>
              <a:buSzPts val="700"/>
              <a:buFont typeface="Arial"/>
              <a:buNone/>
              <a:defRPr b="0" i="0" sz="630" u="none" cap="none" strike="noStrike">
                <a:solidFill>
                  <a:srgbClr val="5F5046"/>
                </a:solidFill>
                <a:latin typeface="Arial"/>
                <a:ea typeface="Arial"/>
                <a:cs typeface="Arial"/>
                <a:sym typeface="Arial"/>
              </a:defRPr>
            </a:lvl5pPr>
            <a:lvl6pPr indent="0" lvl="5" marL="0" marR="0" rtl="0" algn="r">
              <a:lnSpc>
                <a:spcPct val="100000"/>
              </a:lnSpc>
              <a:spcBef>
                <a:spcPts val="0"/>
              </a:spcBef>
              <a:spcAft>
                <a:spcPts val="0"/>
              </a:spcAft>
              <a:buClr>
                <a:srgbClr val="5F5046"/>
              </a:buClr>
              <a:buSzPts val="700"/>
              <a:buFont typeface="Arial"/>
              <a:buNone/>
              <a:defRPr b="0" i="0" sz="630" u="none" cap="none" strike="noStrike">
                <a:solidFill>
                  <a:srgbClr val="5F5046"/>
                </a:solidFill>
                <a:latin typeface="Arial"/>
                <a:ea typeface="Arial"/>
                <a:cs typeface="Arial"/>
                <a:sym typeface="Arial"/>
              </a:defRPr>
            </a:lvl6pPr>
            <a:lvl7pPr indent="0" lvl="6" marL="0" marR="0" rtl="0" algn="r">
              <a:lnSpc>
                <a:spcPct val="100000"/>
              </a:lnSpc>
              <a:spcBef>
                <a:spcPts val="0"/>
              </a:spcBef>
              <a:spcAft>
                <a:spcPts val="0"/>
              </a:spcAft>
              <a:buClr>
                <a:srgbClr val="5F5046"/>
              </a:buClr>
              <a:buSzPts val="700"/>
              <a:buFont typeface="Arial"/>
              <a:buNone/>
              <a:defRPr b="0" i="0" sz="630" u="none" cap="none" strike="noStrike">
                <a:solidFill>
                  <a:srgbClr val="5F5046"/>
                </a:solidFill>
                <a:latin typeface="Arial"/>
                <a:ea typeface="Arial"/>
                <a:cs typeface="Arial"/>
                <a:sym typeface="Arial"/>
              </a:defRPr>
            </a:lvl7pPr>
            <a:lvl8pPr indent="0" lvl="7" marL="0" marR="0" rtl="0" algn="r">
              <a:lnSpc>
                <a:spcPct val="100000"/>
              </a:lnSpc>
              <a:spcBef>
                <a:spcPts val="0"/>
              </a:spcBef>
              <a:spcAft>
                <a:spcPts val="0"/>
              </a:spcAft>
              <a:buClr>
                <a:srgbClr val="5F5046"/>
              </a:buClr>
              <a:buSzPts val="700"/>
              <a:buFont typeface="Arial"/>
              <a:buNone/>
              <a:defRPr b="0" i="0" sz="630" u="none" cap="none" strike="noStrike">
                <a:solidFill>
                  <a:srgbClr val="5F5046"/>
                </a:solidFill>
                <a:latin typeface="Arial"/>
                <a:ea typeface="Arial"/>
                <a:cs typeface="Arial"/>
                <a:sym typeface="Arial"/>
              </a:defRPr>
            </a:lvl8pPr>
            <a:lvl9pPr indent="0" lvl="8" marL="0" marR="0" rtl="0" algn="r">
              <a:lnSpc>
                <a:spcPct val="100000"/>
              </a:lnSpc>
              <a:spcBef>
                <a:spcPts val="0"/>
              </a:spcBef>
              <a:spcAft>
                <a:spcPts val="0"/>
              </a:spcAft>
              <a:buClr>
                <a:srgbClr val="5F5046"/>
              </a:buClr>
              <a:buSzPts val="700"/>
              <a:buFont typeface="Arial"/>
              <a:buNone/>
              <a:defRPr b="0" i="0" sz="630" u="none" cap="none" strike="noStrike">
                <a:solidFill>
                  <a:srgbClr val="5F504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O"/>
              <a:t>‹#›</a:t>
            </a:fld>
            <a:endParaRPr/>
          </a:p>
        </p:txBody>
      </p:sp>
      <p:sp>
        <p:nvSpPr>
          <p:cNvPr id="178" name="Google Shape;178;p71"/>
          <p:cNvSpPr txBox="1"/>
          <p:nvPr>
            <p:ph idx="1" type="subTitle"/>
          </p:nvPr>
        </p:nvSpPr>
        <p:spPr>
          <a:xfrm>
            <a:off x="470769" y="1030583"/>
            <a:ext cx="8189700" cy="387300"/>
          </a:xfrm>
          <a:prstGeom prst="rect">
            <a:avLst/>
          </a:prstGeom>
          <a:noFill/>
          <a:ln>
            <a:noFill/>
          </a:ln>
        </p:spPr>
        <p:txBody>
          <a:bodyPr anchorCtr="0" anchor="ctr" bIns="91325" lIns="91325" spcFirstLastPara="1" rIns="91325" wrap="square" tIns="91325">
            <a:noAutofit/>
          </a:bodyPr>
          <a:lstStyle>
            <a:lvl1pPr lvl="0" marR="0" algn="l">
              <a:lnSpc>
                <a:spcPct val="100000"/>
              </a:lnSpc>
              <a:spcBef>
                <a:spcPts val="0"/>
              </a:spcBef>
              <a:spcAft>
                <a:spcPts val="0"/>
              </a:spcAft>
              <a:buClr>
                <a:srgbClr val="AA1E2D"/>
              </a:buClr>
              <a:buSzPts val="1800"/>
              <a:buFont typeface="Arial"/>
              <a:buNone/>
              <a:defRPr b="1" i="0" sz="1800" u="none" cap="none" strike="noStrike">
                <a:solidFill>
                  <a:srgbClr val="AA1E2D"/>
                </a:solidFill>
                <a:latin typeface="Arial"/>
                <a:ea typeface="Arial"/>
                <a:cs typeface="Arial"/>
                <a:sym typeface="Arial"/>
              </a:defRPr>
            </a:lvl1pPr>
            <a:lvl2pPr lvl="1" marR="0" algn="l">
              <a:lnSpc>
                <a:spcPct val="100000"/>
              </a:lnSpc>
              <a:spcBef>
                <a:spcPts val="0"/>
              </a:spcBef>
              <a:spcAft>
                <a:spcPts val="0"/>
              </a:spcAft>
              <a:buClr>
                <a:srgbClr val="AA1E2D"/>
              </a:buClr>
              <a:buSzPts val="1600"/>
              <a:buFont typeface="Arial"/>
              <a:buNone/>
              <a:defRPr b="0" i="0" sz="144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AA1E2D"/>
              </a:buClr>
              <a:buSzPts val="1400"/>
              <a:buFont typeface="Arial"/>
              <a:buNone/>
              <a:defRPr b="0" i="0" sz="126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AA1E2D"/>
              </a:buClr>
              <a:buSzPts val="1300"/>
              <a:buFont typeface="Arial"/>
              <a:buNone/>
              <a:defRPr b="0" i="0" sz="117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AA1E2D"/>
              </a:buClr>
              <a:buSzPts val="1100"/>
              <a:buFont typeface="Arial"/>
              <a:buNone/>
              <a:defRPr b="0" i="0" sz="989"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62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62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62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620" u="none" cap="none" strike="noStrike">
                <a:solidFill>
                  <a:schemeClr val="dk1"/>
                </a:solidFill>
                <a:latin typeface="Arial"/>
                <a:ea typeface="Arial"/>
                <a:cs typeface="Arial"/>
                <a:sym typeface="Arial"/>
              </a:defRPr>
            </a:lvl9pPr>
          </a:lstStyle>
          <a:p/>
        </p:txBody>
      </p:sp>
      <p:sp>
        <p:nvSpPr>
          <p:cNvPr id="179" name="Google Shape;179;p71"/>
          <p:cNvSpPr txBox="1"/>
          <p:nvPr>
            <p:ph idx="2" type="body"/>
          </p:nvPr>
        </p:nvSpPr>
        <p:spPr>
          <a:xfrm>
            <a:off x="483553" y="1417781"/>
            <a:ext cx="8176800" cy="3311100"/>
          </a:xfrm>
          <a:prstGeom prst="rect">
            <a:avLst/>
          </a:prstGeom>
          <a:noFill/>
          <a:ln>
            <a:noFill/>
          </a:ln>
        </p:spPr>
        <p:txBody>
          <a:bodyPr anchorCtr="0" anchor="t" bIns="91325" lIns="91325" spcFirstLastPara="1" rIns="91325" wrap="square" tIns="91325">
            <a:noAutofit/>
          </a:bodyPr>
          <a:lstStyle>
            <a:lvl1pPr indent="-342900" lvl="0" marL="457200" marR="0" algn="l">
              <a:lnSpc>
                <a:spcPct val="100000"/>
              </a:lnSpc>
              <a:spcBef>
                <a:spcPts val="0"/>
              </a:spcBef>
              <a:spcAft>
                <a:spcPts val="0"/>
              </a:spcAft>
              <a:buClr>
                <a:srgbClr val="AA1E2D"/>
              </a:buClr>
              <a:buSzPts val="1800"/>
              <a:buFont typeface="Arial"/>
              <a:buChar char="●"/>
              <a:defRPr b="0" i="0" sz="1620" u="none" cap="none" strike="noStrike">
                <a:solidFill>
                  <a:schemeClr val="dk1"/>
                </a:solidFill>
                <a:latin typeface="Arial"/>
                <a:ea typeface="Arial"/>
                <a:cs typeface="Arial"/>
                <a:sym typeface="Arial"/>
              </a:defRPr>
            </a:lvl1pPr>
            <a:lvl2pPr indent="-330200" lvl="1" marL="914400" marR="0" algn="l">
              <a:lnSpc>
                <a:spcPct val="100000"/>
              </a:lnSpc>
              <a:spcBef>
                <a:spcPts val="0"/>
              </a:spcBef>
              <a:spcAft>
                <a:spcPts val="0"/>
              </a:spcAft>
              <a:buClr>
                <a:srgbClr val="AA1E2D"/>
              </a:buClr>
              <a:buSzPts val="1600"/>
              <a:buFont typeface="Arial"/>
              <a:buChar char="○"/>
              <a:defRPr b="0" i="0" sz="1440" u="none" cap="none" strike="noStrike">
                <a:solidFill>
                  <a:schemeClr val="dk1"/>
                </a:solidFill>
                <a:latin typeface="Arial"/>
                <a:ea typeface="Arial"/>
                <a:cs typeface="Arial"/>
                <a:sym typeface="Arial"/>
              </a:defRPr>
            </a:lvl2pPr>
            <a:lvl3pPr indent="-317500" lvl="2" marL="1371600" marR="0" algn="l">
              <a:lnSpc>
                <a:spcPct val="100000"/>
              </a:lnSpc>
              <a:spcBef>
                <a:spcPts val="0"/>
              </a:spcBef>
              <a:spcAft>
                <a:spcPts val="0"/>
              </a:spcAft>
              <a:buClr>
                <a:srgbClr val="AA1E2D"/>
              </a:buClr>
              <a:buSzPts val="1400"/>
              <a:buFont typeface="Arial"/>
              <a:buChar char="■"/>
              <a:defRPr b="0" i="0" sz="1260" u="none" cap="none" strike="noStrike">
                <a:solidFill>
                  <a:schemeClr val="dk1"/>
                </a:solidFill>
                <a:latin typeface="Arial"/>
                <a:ea typeface="Arial"/>
                <a:cs typeface="Arial"/>
                <a:sym typeface="Arial"/>
              </a:defRPr>
            </a:lvl3pPr>
            <a:lvl4pPr indent="-311150" lvl="3" marL="1828800" marR="0" algn="l">
              <a:lnSpc>
                <a:spcPct val="100000"/>
              </a:lnSpc>
              <a:spcBef>
                <a:spcPts val="0"/>
              </a:spcBef>
              <a:spcAft>
                <a:spcPts val="0"/>
              </a:spcAft>
              <a:buClr>
                <a:srgbClr val="AA1E2D"/>
              </a:buClr>
              <a:buSzPts val="1300"/>
              <a:buFont typeface="Arial"/>
              <a:buChar char="●"/>
              <a:defRPr b="0" i="0" sz="1170" u="none" cap="none" strike="noStrike">
                <a:solidFill>
                  <a:schemeClr val="dk1"/>
                </a:solidFill>
                <a:latin typeface="Arial"/>
                <a:ea typeface="Arial"/>
                <a:cs typeface="Arial"/>
                <a:sym typeface="Arial"/>
              </a:defRPr>
            </a:lvl4pPr>
            <a:lvl5pPr indent="-298450" lvl="4" marL="2286000" marR="0" algn="l">
              <a:lnSpc>
                <a:spcPct val="100000"/>
              </a:lnSpc>
              <a:spcBef>
                <a:spcPts val="0"/>
              </a:spcBef>
              <a:spcAft>
                <a:spcPts val="0"/>
              </a:spcAft>
              <a:buClr>
                <a:srgbClr val="AA1E2D"/>
              </a:buClr>
              <a:buSzPts val="1100"/>
              <a:buFont typeface="Arial"/>
              <a:buChar char="○"/>
              <a:defRPr b="0" i="0" sz="989" u="none" cap="none" strike="noStrike">
                <a:solidFill>
                  <a:schemeClr val="dk1"/>
                </a:solidFill>
                <a:latin typeface="Arial"/>
                <a:ea typeface="Arial"/>
                <a:cs typeface="Arial"/>
                <a:sym typeface="Arial"/>
              </a:defRPr>
            </a:lvl5pPr>
            <a:lvl6pPr indent="-342900" lvl="5" marL="2743200" marR="0" algn="l">
              <a:lnSpc>
                <a:spcPct val="100000"/>
              </a:lnSpc>
              <a:spcBef>
                <a:spcPts val="0"/>
              </a:spcBef>
              <a:spcAft>
                <a:spcPts val="0"/>
              </a:spcAft>
              <a:buClr>
                <a:schemeClr val="dk1"/>
              </a:buClr>
              <a:buSzPts val="1800"/>
              <a:buFont typeface="Arial"/>
              <a:buChar char="■"/>
              <a:defRPr b="0" i="0" sz="1620" u="none" cap="none" strike="noStrike">
                <a:solidFill>
                  <a:schemeClr val="dk1"/>
                </a:solidFill>
                <a:latin typeface="Arial"/>
                <a:ea typeface="Arial"/>
                <a:cs typeface="Arial"/>
                <a:sym typeface="Arial"/>
              </a:defRPr>
            </a:lvl6pPr>
            <a:lvl7pPr indent="-342900" lvl="6" marL="3200400" marR="0" algn="l">
              <a:lnSpc>
                <a:spcPct val="100000"/>
              </a:lnSpc>
              <a:spcBef>
                <a:spcPts val="0"/>
              </a:spcBef>
              <a:spcAft>
                <a:spcPts val="0"/>
              </a:spcAft>
              <a:buClr>
                <a:schemeClr val="dk1"/>
              </a:buClr>
              <a:buSzPts val="1800"/>
              <a:buFont typeface="Arial"/>
              <a:buChar char="●"/>
              <a:defRPr b="0" i="0" sz="1620" u="none" cap="none" strike="noStrike">
                <a:solidFill>
                  <a:schemeClr val="dk1"/>
                </a:solidFill>
                <a:latin typeface="Arial"/>
                <a:ea typeface="Arial"/>
                <a:cs typeface="Arial"/>
                <a:sym typeface="Arial"/>
              </a:defRPr>
            </a:lvl7pPr>
            <a:lvl8pPr indent="-342900" lvl="7" marL="3657600" marR="0" algn="l">
              <a:lnSpc>
                <a:spcPct val="100000"/>
              </a:lnSpc>
              <a:spcBef>
                <a:spcPts val="0"/>
              </a:spcBef>
              <a:spcAft>
                <a:spcPts val="0"/>
              </a:spcAft>
              <a:buClr>
                <a:schemeClr val="dk1"/>
              </a:buClr>
              <a:buSzPts val="1800"/>
              <a:buFont typeface="Arial"/>
              <a:buChar char="○"/>
              <a:defRPr b="0" i="0" sz="1620" u="none" cap="none" strike="noStrike">
                <a:solidFill>
                  <a:schemeClr val="dk1"/>
                </a:solidFill>
                <a:latin typeface="Arial"/>
                <a:ea typeface="Arial"/>
                <a:cs typeface="Arial"/>
                <a:sym typeface="Arial"/>
              </a:defRPr>
            </a:lvl8pPr>
            <a:lvl9pPr indent="-342900" lvl="8" marL="4114800" marR="0" algn="l">
              <a:lnSpc>
                <a:spcPct val="100000"/>
              </a:lnSpc>
              <a:spcBef>
                <a:spcPts val="0"/>
              </a:spcBef>
              <a:spcAft>
                <a:spcPts val="0"/>
              </a:spcAft>
              <a:buClr>
                <a:schemeClr val="dk1"/>
              </a:buClr>
              <a:buSzPts val="1800"/>
              <a:buFont typeface="Arial"/>
              <a:buChar char="■"/>
              <a:defRPr b="0" i="0" sz="162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p:cSld name="TITLE_1">
    <p:spTree>
      <p:nvGrpSpPr>
        <p:cNvPr id="180" name="Shape 180"/>
        <p:cNvGrpSpPr/>
        <p:nvPr/>
      </p:nvGrpSpPr>
      <p:grpSpPr>
        <a:xfrm>
          <a:off x="0" y="0"/>
          <a:ext cx="0" cy="0"/>
          <a:chOff x="0" y="0"/>
          <a:chExt cx="0" cy="0"/>
        </a:xfrm>
      </p:grpSpPr>
      <p:sp>
        <p:nvSpPr>
          <p:cNvPr id="181" name="Google Shape;181;p72"/>
          <p:cNvSpPr txBox="1"/>
          <p:nvPr>
            <p:ph type="ctrTitle"/>
          </p:nvPr>
        </p:nvSpPr>
        <p:spPr>
          <a:xfrm>
            <a:off x="687844" y="444206"/>
            <a:ext cx="7768200" cy="8238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Clr>
                <a:schemeClr val="dk1"/>
              </a:buClr>
              <a:buSzPts val="2600"/>
              <a:buFont typeface="Calibri"/>
              <a:buNone/>
              <a:defRPr sz="2600"/>
            </a:lvl1pPr>
            <a:lvl2pPr lvl="1" algn="ctr">
              <a:lnSpc>
                <a:spcPct val="100000"/>
              </a:lnSpc>
              <a:spcBef>
                <a:spcPts val="0"/>
              </a:spcBef>
              <a:spcAft>
                <a:spcPts val="0"/>
              </a:spcAft>
              <a:buSzPts val="2600"/>
              <a:buNone/>
              <a:defRPr sz="2600"/>
            </a:lvl2pPr>
            <a:lvl3pPr lvl="2" algn="ctr">
              <a:lnSpc>
                <a:spcPct val="100000"/>
              </a:lnSpc>
              <a:spcBef>
                <a:spcPts val="0"/>
              </a:spcBef>
              <a:spcAft>
                <a:spcPts val="0"/>
              </a:spcAft>
              <a:buSzPts val="2600"/>
              <a:buNone/>
              <a:defRPr sz="2600"/>
            </a:lvl3pPr>
            <a:lvl4pPr lvl="3" algn="ctr">
              <a:lnSpc>
                <a:spcPct val="100000"/>
              </a:lnSpc>
              <a:spcBef>
                <a:spcPts val="0"/>
              </a:spcBef>
              <a:spcAft>
                <a:spcPts val="0"/>
              </a:spcAft>
              <a:buSzPts val="2600"/>
              <a:buNone/>
              <a:defRPr sz="2600"/>
            </a:lvl4pPr>
            <a:lvl5pPr lvl="4" algn="ctr">
              <a:lnSpc>
                <a:spcPct val="100000"/>
              </a:lnSpc>
              <a:spcBef>
                <a:spcPts val="0"/>
              </a:spcBef>
              <a:spcAft>
                <a:spcPts val="0"/>
              </a:spcAft>
              <a:buSzPts val="2600"/>
              <a:buNone/>
              <a:defRPr sz="2600"/>
            </a:lvl5pPr>
            <a:lvl6pPr lvl="5" algn="ctr">
              <a:lnSpc>
                <a:spcPct val="100000"/>
              </a:lnSpc>
              <a:spcBef>
                <a:spcPts val="0"/>
              </a:spcBef>
              <a:spcAft>
                <a:spcPts val="0"/>
              </a:spcAft>
              <a:buSzPts val="2600"/>
              <a:buNone/>
              <a:defRPr sz="2600"/>
            </a:lvl6pPr>
            <a:lvl7pPr lvl="6" algn="ctr">
              <a:lnSpc>
                <a:spcPct val="100000"/>
              </a:lnSpc>
              <a:spcBef>
                <a:spcPts val="0"/>
              </a:spcBef>
              <a:spcAft>
                <a:spcPts val="0"/>
              </a:spcAft>
              <a:buSzPts val="2600"/>
              <a:buNone/>
              <a:defRPr sz="2600"/>
            </a:lvl7pPr>
            <a:lvl8pPr lvl="7" algn="ctr">
              <a:lnSpc>
                <a:spcPct val="100000"/>
              </a:lnSpc>
              <a:spcBef>
                <a:spcPts val="0"/>
              </a:spcBef>
              <a:spcAft>
                <a:spcPts val="0"/>
              </a:spcAft>
              <a:buSzPts val="2600"/>
              <a:buNone/>
              <a:defRPr sz="2600"/>
            </a:lvl8pPr>
            <a:lvl9pPr lvl="8" algn="ctr">
              <a:lnSpc>
                <a:spcPct val="100000"/>
              </a:lnSpc>
              <a:spcBef>
                <a:spcPts val="0"/>
              </a:spcBef>
              <a:spcAft>
                <a:spcPts val="0"/>
              </a:spcAft>
              <a:buSzPts val="2600"/>
              <a:buNone/>
              <a:defRPr sz="2600"/>
            </a:lvl9pPr>
          </a:lstStyle>
          <a:p/>
        </p:txBody>
      </p:sp>
      <p:sp>
        <p:nvSpPr>
          <p:cNvPr id="182" name="Google Shape;182;p72"/>
          <p:cNvSpPr txBox="1"/>
          <p:nvPr>
            <p:ph idx="12" type="sldNum"/>
          </p:nvPr>
        </p:nvSpPr>
        <p:spPr>
          <a:xfrm>
            <a:off x="8587875" y="91350"/>
            <a:ext cx="3753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1">
  <p:cSld name="TITLE_2">
    <p:spTree>
      <p:nvGrpSpPr>
        <p:cNvPr id="183" name="Shape 183"/>
        <p:cNvGrpSpPr/>
        <p:nvPr/>
      </p:nvGrpSpPr>
      <p:grpSpPr>
        <a:xfrm>
          <a:off x="0" y="0"/>
          <a:ext cx="0" cy="0"/>
          <a:chOff x="0" y="0"/>
          <a:chExt cx="0" cy="0"/>
        </a:xfrm>
      </p:grpSpPr>
      <p:sp>
        <p:nvSpPr>
          <p:cNvPr id="184" name="Google Shape;184;p73"/>
          <p:cNvSpPr txBox="1"/>
          <p:nvPr>
            <p:ph type="ctrTitle"/>
          </p:nvPr>
        </p:nvSpPr>
        <p:spPr>
          <a:xfrm>
            <a:off x="687844" y="444206"/>
            <a:ext cx="7768200" cy="8238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Clr>
                <a:schemeClr val="dk1"/>
              </a:buClr>
              <a:buSzPts val="2600"/>
              <a:buFont typeface="Calibri"/>
              <a:buNone/>
              <a:defRPr sz="2600"/>
            </a:lvl1pPr>
            <a:lvl2pPr lvl="1" algn="ctr">
              <a:lnSpc>
                <a:spcPct val="100000"/>
              </a:lnSpc>
              <a:spcBef>
                <a:spcPts val="0"/>
              </a:spcBef>
              <a:spcAft>
                <a:spcPts val="0"/>
              </a:spcAft>
              <a:buSzPts val="2600"/>
              <a:buNone/>
              <a:defRPr sz="2600"/>
            </a:lvl2pPr>
            <a:lvl3pPr lvl="2" algn="ctr">
              <a:lnSpc>
                <a:spcPct val="100000"/>
              </a:lnSpc>
              <a:spcBef>
                <a:spcPts val="0"/>
              </a:spcBef>
              <a:spcAft>
                <a:spcPts val="0"/>
              </a:spcAft>
              <a:buSzPts val="2600"/>
              <a:buNone/>
              <a:defRPr sz="2600"/>
            </a:lvl3pPr>
            <a:lvl4pPr lvl="3" algn="ctr">
              <a:lnSpc>
                <a:spcPct val="100000"/>
              </a:lnSpc>
              <a:spcBef>
                <a:spcPts val="0"/>
              </a:spcBef>
              <a:spcAft>
                <a:spcPts val="0"/>
              </a:spcAft>
              <a:buSzPts val="2600"/>
              <a:buNone/>
              <a:defRPr sz="2600"/>
            </a:lvl4pPr>
            <a:lvl5pPr lvl="4" algn="ctr">
              <a:lnSpc>
                <a:spcPct val="100000"/>
              </a:lnSpc>
              <a:spcBef>
                <a:spcPts val="0"/>
              </a:spcBef>
              <a:spcAft>
                <a:spcPts val="0"/>
              </a:spcAft>
              <a:buSzPts val="2600"/>
              <a:buNone/>
              <a:defRPr sz="2600"/>
            </a:lvl5pPr>
            <a:lvl6pPr lvl="5" algn="ctr">
              <a:lnSpc>
                <a:spcPct val="100000"/>
              </a:lnSpc>
              <a:spcBef>
                <a:spcPts val="0"/>
              </a:spcBef>
              <a:spcAft>
                <a:spcPts val="0"/>
              </a:spcAft>
              <a:buSzPts val="2600"/>
              <a:buNone/>
              <a:defRPr sz="2600"/>
            </a:lvl6pPr>
            <a:lvl7pPr lvl="6" algn="ctr">
              <a:lnSpc>
                <a:spcPct val="100000"/>
              </a:lnSpc>
              <a:spcBef>
                <a:spcPts val="0"/>
              </a:spcBef>
              <a:spcAft>
                <a:spcPts val="0"/>
              </a:spcAft>
              <a:buSzPts val="2600"/>
              <a:buNone/>
              <a:defRPr sz="2600"/>
            </a:lvl7pPr>
            <a:lvl8pPr lvl="7" algn="ctr">
              <a:lnSpc>
                <a:spcPct val="100000"/>
              </a:lnSpc>
              <a:spcBef>
                <a:spcPts val="0"/>
              </a:spcBef>
              <a:spcAft>
                <a:spcPts val="0"/>
              </a:spcAft>
              <a:buSzPts val="2600"/>
              <a:buNone/>
              <a:defRPr sz="2600"/>
            </a:lvl8pPr>
            <a:lvl9pPr lvl="8" algn="ctr">
              <a:lnSpc>
                <a:spcPct val="100000"/>
              </a:lnSpc>
              <a:spcBef>
                <a:spcPts val="0"/>
              </a:spcBef>
              <a:spcAft>
                <a:spcPts val="0"/>
              </a:spcAft>
              <a:buSzPts val="2600"/>
              <a:buNone/>
              <a:defRPr sz="2600"/>
            </a:lvl9pPr>
          </a:lstStyle>
          <a:p/>
        </p:txBody>
      </p:sp>
      <p:sp>
        <p:nvSpPr>
          <p:cNvPr id="185" name="Google Shape;185;p73"/>
          <p:cNvSpPr txBox="1"/>
          <p:nvPr>
            <p:ph idx="12" type="sldNum"/>
          </p:nvPr>
        </p:nvSpPr>
        <p:spPr>
          <a:xfrm>
            <a:off x="8587875" y="91350"/>
            <a:ext cx="3753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5" Type="http://schemas.openxmlformats.org/officeDocument/2006/relationships/slideLayout" Target="../slideLayouts/slideLayout3.xml"/><Relationship Id="rId19" Type="http://schemas.openxmlformats.org/officeDocument/2006/relationships/slideLayout" Target="../slideLayouts/slideLayout17.xml"/><Relationship Id="rId6" Type="http://schemas.openxmlformats.org/officeDocument/2006/relationships/slideLayout" Target="../slideLayouts/slideLayout4.xml"/><Relationship Id="rId18" Type="http://schemas.openxmlformats.org/officeDocument/2006/relationships/slideLayout" Target="../slideLayouts/slideLayout16.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6.xml"/><Relationship Id="rId10" Type="http://schemas.openxmlformats.org/officeDocument/2006/relationships/slideLayout" Target="../slideLayouts/slideLayout25.xml"/><Relationship Id="rId12" Type="http://schemas.openxmlformats.org/officeDocument/2006/relationships/theme" Target="../theme/theme4.xml"/><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8.xml"/><Relationship Id="rId4" Type="http://schemas.openxmlformats.org/officeDocument/2006/relationships/slideLayout" Target="../slideLayouts/slideLayout19.xml"/><Relationship Id="rId9" Type="http://schemas.openxmlformats.org/officeDocument/2006/relationships/slideLayout" Target="../slideLayouts/slideLayout24.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7.xml"/><Relationship Id="rId10" Type="http://schemas.openxmlformats.org/officeDocument/2006/relationships/slideLayout" Target="../slideLayouts/slideLayout36.xml"/><Relationship Id="rId13" Type="http://schemas.openxmlformats.org/officeDocument/2006/relationships/slideLayout" Target="../slideLayouts/slideLayout39.xml"/><Relationship Id="rId12" Type="http://schemas.openxmlformats.org/officeDocument/2006/relationships/slideLayout" Target="../slideLayouts/slideLayout38.xml"/><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5" Type="http://schemas.openxmlformats.org/officeDocument/2006/relationships/theme" Target="../theme/theme2.xml"/><Relationship Id="rId14" Type="http://schemas.openxmlformats.org/officeDocument/2006/relationships/slideLayout" Target="../slideLayouts/slideLayout4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1"/>
          <p:cNvSpPr txBox="1"/>
          <p:nvPr>
            <p:ph type="title"/>
          </p:nvPr>
        </p:nvSpPr>
        <p:spPr>
          <a:xfrm>
            <a:off x="251222" y="216000"/>
            <a:ext cx="8641500" cy="235200"/>
          </a:xfrm>
          <a:prstGeom prst="rect">
            <a:avLst/>
          </a:prstGeom>
          <a:noFill/>
          <a:ln>
            <a:noFill/>
          </a:ln>
        </p:spPr>
        <p:txBody>
          <a:bodyPr anchorCtr="0" anchor="t" bIns="0" lIns="0" spcFirstLastPara="1" rIns="0" wrap="square" tIns="0">
            <a:spAutoFit/>
          </a:bodyPr>
          <a:lstStyle>
            <a:lvl1pPr lvl="0" marR="0" rtl="0" algn="l">
              <a:lnSpc>
                <a:spcPct val="85000"/>
              </a:lnSpc>
              <a:spcBef>
                <a:spcPts val="0"/>
              </a:spcBef>
              <a:spcAft>
                <a:spcPts val="0"/>
              </a:spcAft>
              <a:buClr>
                <a:schemeClr val="accent1"/>
              </a:buClr>
              <a:buSzPts val="1800"/>
              <a:buFont typeface="Arial"/>
              <a:buNone/>
              <a:defRPr b="1" i="0" sz="1800" u="none" cap="none" strike="noStrike">
                <a:solidFill>
                  <a:schemeClr val="accen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31"/>
          <p:cNvSpPr txBox="1"/>
          <p:nvPr>
            <p:ph idx="1" type="body"/>
          </p:nvPr>
        </p:nvSpPr>
        <p:spPr>
          <a:xfrm>
            <a:off x="251222" y="925023"/>
            <a:ext cx="8641500" cy="3780300"/>
          </a:xfrm>
          <a:prstGeom prst="rect">
            <a:avLst/>
          </a:prstGeom>
          <a:noFill/>
          <a:ln>
            <a:noFill/>
          </a:ln>
        </p:spPr>
        <p:txBody>
          <a:bodyPr anchorCtr="0" anchor="t" bIns="0" lIns="0" spcFirstLastPara="1" rIns="0" wrap="square" tIns="0">
            <a:noAutofit/>
          </a:bodyPr>
          <a:lstStyle>
            <a:lvl1pPr indent="-228600" lvl="0" marL="457200" marR="0" rtl="0" algn="l">
              <a:lnSpc>
                <a:spcPct val="114000"/>
              </a:lnSpc>
              <a:spcBef>
                <a:spcPts val="9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228600" lvl="1" marL="914400" marR="0" rtl="0" algn="l">
              <a:lnSpc>
                <a:spcPct val="114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317500" lvl="2" marL="1371600" marR="0" rtl="0" algn="l">
              <a:lnSpc>
                <a:spcPct val="114000"/>
              </a:lnSpc>
              <a:spcBef>
                <a:spcPts val="3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17500" lvl="3" marL="1828800" marR="0" rtl="0" algn="l">
              <a:lnSpc>
                <a:spcPct val="114000"/>
              </a:lnSpc>
              <a:spcBef>
                <a:spcPts val="2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4000"/>
              </a:lnSpc>
              <a:spcBef>
                <a:spcPts val="2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04800" lvl="5" marL="2743200" marR="0" rtl="0" algn="l">
              <a:lnSpc>
                <a:spcPct val="114000"/>
              </a:lnSpc>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6pPr>
            <a:lvl7pPr indent="-298450" lvl="6" marL="3200400" marR="0" rtl="0" algn="l">
              <a:lnSpc>
                <a:spcPct val="114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indent="-298450" lvl="7" marL="3657600" marR="0" rtl="0" algn="l">
              <a:lnSpc>
                <a:spcPct val="114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indent="-298450" lvl="8" marL="4114800" marR="0" rtl="0" algn="l">
              <a:lnSpc>
                <a:spcPct val="114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
        <p:nvSpPr>
          <p:cNvPr id="8" name="Google Shape;8;p31"/>
          <p:cNvSpPr txBox="1"/>
          <p:nvPr>
            <p:ph idx="12" type="sldNum"/>
          </p:nvPr>
        </p:nvSpPr>
        <p:spPr>
          <a:xfrm>
            <a:off x="250031" y="4795285"/>
            <a:ext cx="216600" cy="115500"/>
          </a:xfrm>
          <a:prstGeom prst="rect">
            <a:avLst/>
          </a:prstGeom>
          <a:noFill/>
          <a:ln>
            <a:noFill/>
          </a:ln>
        </p:spPr>
        <p:txBody>
          <a:bodyPr anchorCtr="0" anchor="ctr" bIns="0" lIns="0" spcFirstLastPara="1" rIns="0" wrap="square" tIns="0">
            <a:noAutofit/>
          </a:bodyPr>
          <a:lstStyle>
            <a:lvl1pPr indent="0" lvl="0"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CO"/>
              <a:t>‹#›</a:t>
            </a:fld>
            <a:endParaRPr/>
          </a:p>
        </p:txBody>
      </p:sp>
      <p:sp>
        <p:nvSpPr>
          <p:cNvPr id="9" name="Google Shape;9;p31"/>
          <p:cNvSpPr/>
          <p:nvPr/>
        </p:nvSpPr>
        <p:spPr>
          <a:xfrm>
            <a:off x="0" y="5000670"/>
            <a:ext cx="9144000" cy="142800"/>
          </a:xfrm>
          <a:prstGeom prst="rect">
            <a:avLst/>
          </a:prstGeom>
          <a:gradFill>
            <a:gsLst>
              <a:gs pos="0">
                <a:schemeClr val="accent2"/>
              </a:gs>
              <a:gs pos="50000">
                <a:schemeClr val="accent3"/>
              </a:gs>
              <a:gs pos="64600">
                <a:schemeClr val="accent3"/>
              </a:gs>
              <a:gs pos="100000">
                <a:schemeClr val="accent1"/>
              </a:gs>
            </a:gsLst>
            <a:lin ang="0" scaled="0"/>
          </a:gradFill>
          <a:ln>
            <a:noFill/>
          </a:ln>
        </p:spPr>
        <p:txBody>
          <a:bodyPr anchorCtr="0" anchor="t" bIns="54000" lIns="54000" spcFirstLastPara="1" rIns="54000" wrap="square" tIns="54000">
            <a:noAutofit/>
          </a:bodyPr>
          <a:lstStyle/>
          <a:p>
            <a:pPr indent="-127000" lvl="0" marL="203200" marR="0" rtl="0" algn="l">
              <a:lnSpc>
                <a:spcPct val="113000"/>
              </a:lnSpc>
              <a:spcBef>
                <a:spcPts val="0"/>
              </a:spcBef>
              <a:spcAft>
                <a:spcPts val="0"/>
              </a:spcAft>
              <a:buClr>
                <a:schemeClr val="dk1"/>
              </a:buClr>
              <a:buSzPts val="1200"/>
              <a:buFont typeface="Arial"/>
              <a:buNone/>
            </a:pPr>
            <a:r>
              <a:t/>
            </a:r>
            <a:endParaRPr b="0" i="0" sz="1200" u="none" cap="none" strike="noStrike">
              <a:solidFill>
                <a:schemeClr val="lt1"/>
              </a:solidFill>
              <a:latin typeface="Arial"/>
              <a:ea typeface="Arial"/>
              <a:cs typeface="Arial"/>
              <a:sym typeface="Arial"/>
            </a:endParaRPr>
          </a:p>
        </p:txBody>
      </p:sp>
      <p:pic>
        <p:nvPicPr>
          <p:cNvPr id="10" name="Google Shape;10;p31"/>
          <p:cNvPicPr preferRelativeResize="0"/>
          <p:nvPr/>
        </p:nvPicPr>
        <p:blipFill rotWithShape="1">
          <a:blip r:embed="rId1">
            <a:alphaModFix/>
          </a:blip>
          <a:srcRect b="0" l="0" r="0" t="0"/>
          <a:stretch/>
        </p:blipFill>
        <p:spPr>
          <a:xfrm>
            <a:off x="207994" y="765624"/>
            <a:ext cx="8643938" cy="7144"/>
          </a:xfrm>
          <a:prstGeom prst="rect">
            <a:avLst/>
          </a:prstGeom>
          <a:noFill/>
          <a:ln>
            <a:noFill/>
          </a:ln>
        </p:spPr>
      </p:pic>
      <p:pic>
        <p:nvPicPr>
          <p:cNvPr descr="https://lh6.googleusercontent.com/cdbpBLCH8QDlr_yD9lgrksZK3jx9dbdkuXOMhOSbOkZFTVigjyBpbhaG9LqHgHRZ8C8m6UxHSKskjB74o0g8_cMqFFO3d8RcDueahUgMC79V-K-gT8N-q8mSs5gWWngk5lzYR4iccCs" id="11" name="Google Shape;11;p31"/>
          <p:cNvPicPr preferRelativeResize="0"/>
          <p:nvPr/>
        </p:nvPicPr>
        <p:blipFill rotWithShape="1">
          <a:blip r:embed="rId2">
            <a:alphaModFix/>
          </a:blip>
          <a:srcRect b="0" l="0" r="0" t="0"/>
          <a:stretch/>
        </p:blipFill>
        <p:spPr>
          <a:xfrm>
            <a:off x="7760405" y="4736675"/>
            <a:ext cx="1256470" cy="24588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58">
          <p15:clr>
            <a:srgbClr val="F26B43"/>
          </p15:clr>
        </p15:guide>
        <p15:guide id="2" pos="5602">
          <p15:clr>
            <a:srgbClr val="F26B43"/>
          </p15:clr>
        </p15:guide>
        <p15:guide id="3" orient="horz" pos="583">
          <p15:clr>
            <a:srgbClr val="F26B43"/>
          </p15:clr>
        </p15:guide>
        <p15:guide id="4" orient="horz" pos="2964">
          <p15:clr>
            <a:srgbClr val="F26B43"/>
          </p15:clr>
        </p15:guide>
        <p15:guide id="5" orient="horz" pos="309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 name="Shape 79"/>
        <p:cNvGrpSpPr/>
        <p:nvPr/>
      </p:nvGrpSpPr>
      <p:grpSpPr>
        <a:xfrm>
          <a:off x="0" y="0"/>
          <a:ext cx="0" cy="0"/>
          <a:chOff x="0" y="0"/>
          <a:chExt cx="0" cy="0"/>
        </a:xfrm>
      </p:grpSpPr>
      <p:sp>
        <p:nvSpPr>
          <p:cNvPr id="80" name="Google Shape;80;p34"/>
          <p:cNvSpPr txBox="1"/>
          <p:nvPr>
            <p:ph type="title"/>
          </p:nvPr>
        </p:nvSpPr>
        <p:spPr>
          <a:xfrm>
            <a:off x="251222" y="216000"/>
            <a:ext cx="8641500" cy="235200"/>
          </a:xfrm>
          <a:prstGeom prst="rect">
            <a:avLst/>
          </a:prstGeom>
          <a:noFill/>
          <a:ln>
            <a:noFill/>
          </a:ln>
        </p:spPr>
        <p:txBody>
          <a:bodyPr anchorCtr="0" anchor="t" bIns="0" lIns="0" spcFirstLastPara="1" rIns="0" wrap="square" tIns="0">
            <a:spAutoFit/>
          </a:bodyPr>
          <a:lstStyle>
            <a:lvl1pPr lvl="0" marR="0" rtl="0" algn="l">
              <a:lnSpc>
                <a:spcPct val="85000"/>
              </a:lnSpc>
              <a:spcBef>
                <a:spcPts val="0"/>
              </a:spcBef>
              <a:spcAft>
                <a:spcPts val="0"/>
              </a:spcAft>
              <a:buClr>
                <a:schemeClr val="accent1"/>
              </a:buClr>
              <a:buSzPts val="1800"/>
              <a:buFont typeface="Arial"/>
              <a:buNone/>
              <a:defRPr b="1" i="0" sz="1800" u="none" cap="none" strike="noStrike">
                <a:solidFill>
                  <a:schemeClr val="accen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81" name="Google Shape;81;p34"/>
          <p:cNvSpPr txBox="1"/>
          <p:nvPr>
            <p:ph idx="1" type="body"/>
          </p:nvPr>
        </p:nvSpPr>
        <p:spPr>
          <a:xfrm>
            <a:off x="251222" y="925023"/>
            <a:ext cx="8641500" cy="3780300"/>
          </a:xfrm>
          <a:prstGeom prst="rect">
            <a:avLst/>
          </a:prstGeom>
          <a:noFill/>
          <a:ln>
            <a:noFill/>
          </a:ln>
        </p:spPr>
        <p:txBody>
          <a:bodyPr anchorCtr="0" anchor="t" bIns="0" lIns="0" spcFirstLastPara="1" rIns="0" wrap="square" tIns="0">
            <a:noAutofit/>
          </a:bodyPr>
          <a:lstStyle>
            <a:lvl1pPr indent="-228600" lvl="0" marL="457200" marR="0" rtl="0" algn="l">
              <a:lnSpc>
                <a:spcPct val="114000"/>
              </a:lnSpc>
              <a:spcBef>
                <a:spcPts val="9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228600" lvl="1" marL="914400" marR="0" rtl="0" algn="l">
              <a:lnSpc>
                <a:spcPct val="114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317500" lvl="2" marL="1371600" marR="0" rtl="0" algn="l">
              <a:lnSpc>
                <a:spcPct val="114000"/>
              </a:lnSpc>
              <a:spcBef>
                <a:spcPts val="3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17500" lvl="3" marL="1828800" marR="0" rtl="0" algn="l">
              <a:lnSpc>
                <a:spcPct val="114000"/>
              </a:lnSpc>
              <a:spcBef>
                <a:spcPts val="2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4000"/>
              </a:lnSpc>
              <a:spcBef>
                <a:spcPts val="2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04800" lvl="5" marL="2743200" marR="0" rtl="0" algn="l">
              <a:lnSpc>
                <a:spcPct val="114000"/>
              </a:lnSpc>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6pPr>
            <a:lvl7pPr indent="-298450" lvl="6" marL="3200400" marR="0" rtl="0" algn="l">
              <a:lnSpc>
                <a:spcPct val="114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indent="-298450" lvl="7" marL="3657600" marR="0" rtl="0" algn="l">
              <a:lnSpc>
                <a:spcPct val="114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indent="-298450" lvl="8" marL="4114800" marR="0" rtl="0" algn="l">
              <a:lnSpc>
                <a:spcPct val="114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
        <p:nvSpPr>
          <p:cNvPr id="82" name="Google Shape;82;p34"/>
          <p:cNvSpPr txBox="1"/>
          <p:nvPr>
            <p:ph idx="12" type="sldNum"/>
          </p:nvPr>
        </p:nvSpPr>
        <p:spPr>
          <a:xfrm>
            <a:off x="250031" y="4795285"/>
            <a:ext cx="216600" cy="115500"/>
          </a:xfrm>
          <a:prstGeom prst="rect">
            <a:avLst/>
          </a:prstGeom>
          <a:noFill/>
          <a:ln>
            <a:noFill/>
          </a:ln>
        </p:spPr>
        <p:txBody>
          <a:bodyPr anchorCtr="0" anchor="ctr" bIns="0" lIns="0" spcFirstLastPara="1" rIns="0" wrap="square" tIns="0">
            <a:noAutofit/>
          </a:bodyPr>
          <a:lstStyle>
            <a:lvl1pPr indent="0" lvl="0"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CO"/>
              <a:t>‹#›</a:t>
            </a:fld>
            <a:endParaRPr/>
          </a:p>
        </p:txBody>
      </p:sp>
      <p:sp>
        <p:nvSpPr>
          <p:cNvPr id="83" name="Google Shape;83;p34"/>
          <p:cNvSpPr/>
          <p:nvPr/>
        </p:nvSpPr>
        <p:spPr>
          <a:xfrm>
            <a:off x="0" y="5000670"/>
            <a:ext cx="9144000" cy="142800"/>
          </a:xfrm>
          <a:prstGeom prst="rect">
            <a:avLst/>
          </a:prstGeom>
          <a:gradFill>
            <a:gsLst>
              <a:gs pos="0">
                <a:schemeClr val="accent2"/>
              </a:gs>
              <a:gs pos="50000">
                <a:schemeClr val="accent3"/>
              </a:gs>
              <a:gs pos="64600">
                <a:schemeClr val="accent3"/>
              </a:gs>
              <a:gs pos="100000">
                <a:schemeClr val="accent1"/>
              </a:gs>
            </a:gsLst>
            <a:lin ang="0" scaled="0"/>
          </a:gradFill>
          <a:ln>
            <a:noFill/>
          </a:ln>
        </p:spPr>
        <p:txBody>
          <a:bodyPr anchorCtr="0" anchor="t" bIns="54000" lIns="54000" spcFirstLastPara="1" rIns="54000" wrap="square" tIns="54000">
            <a:noAutofit/>
          </a:bodyPr>
          <a:lstStyle/>
          <a:p>
            <a:pPr indent="-127000" lvl="0" marL="203200" marR="0" rtl="0" algn="l">
              <a:lnSpc>
                <a:spcPct val="113000"/>
              </a:lnSpc>
              <a:spcBef>
                <a:spcPts val="0"/>
              </a:spcBef>
              <a:spcAft>
                <a:spcPts val="0"/>
              </a:spcAft>
              <a:buClr>
                <a:schemeClr val="dk1"/>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84" name="Google Shape;84;p34"/>
          <p:cNvSpPr txBox="1"/>
          <p:nvPr/>
        </p:nvSpPr>
        <p:spPr>
          <a:xfrm>
            <a:off x="383766" y="4725985"/>
            <a:ext cx="5183700" cy="2616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800"/>
              <a:buFont typeface="Arial"/>
              <a:buNone/>
            </a:pPr>
            <a:r>
              <a:rPr b="0" i="0" lang="es-CO" sz="800" u="none" cap="none" strike="noStrike">
                <a:solidFill>
                  <a:schemeClr val="dk1"/>
                </a:solidFill>
                <a:latin typeface="Arial"/>
                <a:ea typeface="Arial"/>
                <a:cs typeface="Arial"/>
                <a:sym typeface="Arial"/>
              </a:rPr>
              <a:t>| </a:t>
            </a:r>
            <a:r>
              <a:rPr b="0" i="0" lang="es-CO" sz="800" u="none" cap="none" strike="noStrike">
                <a:solidFill>
                  <a:srgbClr val="000000"/>
                </a:solidFill>
                <a:latin typeface="Arial"/>
                <a:ea typeface="Arial"/>
                <a:cs typeface="Arial"/>
                <a:sym typeface="Arial"/>
              </a:rPr>
              <a:t> </a:t>
            </a:r>
            <a:r>
              <a:rPr b="0" i="0" lang="es-CO" sz="800" u="none" cap="none" strike="noStrike">
                <a:solidFill>
                  <a:schemeClr val="dk1"/>
                </a:solidFill>
                <a:latin typeface="Arial"/>
                <a:ea typeface="Arial"/>
                <a:cs typeface="Arial"/>
                <a:sym typeface="Arial"/>
              </a:rPr>
              <a:t>© Holcim 2021</a:t>
            </a:r>
            <a:endParaRPr b="0" i="0" sz="800" u="none" cap="none" strike="noStrike">
              <a:solidFill>
                <a:schemeClr val="dk1"/>
              </a:solidFill>
              <a:latin typeface="Arial"/>
              <a:ea typeface="Arial"/>
              <a:cs typeface="Arial"/>
              <a:sym typeface="Arial"/>
            </a:endParaRPr>
          </a:p>
        </p:txBody>
      </p:sp>
      <p:pic>
        <p:nvPicPr>
          <p:cNvPr id="85" name="Google Shape;85;p34"/>
          <p:cNvPicPr preferRelativeResize="0"/>
          <p:nvPr/>
        </p:nvPicPr>
        <p:blipFill rotWithShape="1">
          <a:blip r:embed="rId1">
            <a:alphaModFix/>
          </a:blip>
          <a:srcRect b="0" l="0" r="0" t="0"/>
          <a:stretch/>
        </p:blipFill>
        <p:spPr>
          <a:xfrm>
            <a:off x="207994" y="765624"/>
            <a:ext cx="8643938" cy="7144"/>
          </a:xfrm>
          <a:prstGeom prst="rect">
            <a:avLst/>
          </a:prstGeom>
          <a:noFill/>
          <a:ln>
            <a:noFill/>
          </a:ln>
        </p:spPr>
      </p:pic>
      <p:pic>
        <p:nvPicPr>
          <p:cNvPr descr="https://lh6.googleusercontent.com/cdbpBLCH8QDlr_yD9lgrksZK3jx9dbdkuXOMhOSbOkZFTVigjyBpbhaG9LqHgHRZ8C8m6UxHSKskjB74o0g8_cMqFFO3d8RcDueahUgMC79V-K-gT8N-q8mSs5gWWngk5lzYR4iccCs" id="86" name="Google Shape;86;p34"/>
          <p:cNvPicPr preferRelativeResize="0"/>
          <p:nvPr/>
        </p:nvPicPr>
        <p:blipFill rotWithShape="1">
          <a:blip r:embed="rId2">
            <a:alphaModFix/>
          </a:blip>
          <a:srcRect b="0" l="0" r="0" t="0"/>
          <a:stretch/>
        </p:blipFill>
        <p:spPr>
          <a:xfrm>
            <a:off x="7760405" y="4736675"/>
            <a:ext cx="1256470" cy="24588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58">
          <p15:clr>
            <a:srgbClr val="F26B43"/>
          </p15:clr>
        </p15:guide>
        <p15:guide id="2" pos="5602">
          <p15:clr>
            <a:srgbClr val="F26B43"/>
          </p15:clr>
        </p15:guide>
        <p15:guide id="3" orient="horz" pos="583">
          <p15:clr>
            <a:srgbClr val="F26B43"/>
          </p15:clr>
        </p15:guide>
        <p15:guide id="4" orient="horz" pos="2964">
          <p15:clr>
            <a:srgbClr val="F26B43"/>
          </p15:clr>
        </p15:guide>
        <p15:guide id="5" orient="horz" pos="309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124" name="Shape 124"/>
        <p:cNvGrpSpPr/>
        <p:nvPr/>
      </p:nvGrpSpPr>
      <p:grpSpPr>
        <a:xfrm>
          <a:off x="0" y="0"/>
          <a:ext cx="0" cy="0"/>
          <a:chOff x="0" y="0"/>
          <a:chExt cx="0" cy="0"/>
        </a:xfrm>
      </p:grpSpPr>
      <p:sp>
        <p:nvSpPr>
          <p:cNvPr id="125" name="Google Shape;125;p59"/>
          <p:cNvSpPr txBox="1"/>
          <p:nvPr>
            <p:ph type="title"/>
          </p:nvPr>
        </p:nvSpPr>
        <p:spPr>
          <a:xfrm>
            <a:off x="720000" y="387600"/>
            <a:ext cx="77040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2"/>
              </a:buClr>
              <a:buSzPts val="3200"/>
              <a:buFont typeface="Montserrat Black"/>
              <a:buNone/>
              <a:defRPr b="0" i="0" sz="3200" u="none" cap="none" strike="noStrike">
                <a:solidFill>
                  <a:schemeClr val="lt2"/>
                </a:solidFill>
                <a:latin typeface="Montserrat Black"/>
                <a:ea typeface="Montserrat Black"/>
                <a:cs typeface="Montserrat Black"/>
                <a:sym typeface="Montserrat Black"/>
              </a:defRPr>
            </a:lvl1pPr>
            <a:lvl2pPr lvl="1" marR="0" rtl="0" algn="l">
              <a:lnSpc>
                <a:spcPct val="100000"/>
              </a:lnSpc>
              <a:spcBef>
                <a:spcPts val="0"/>
              </a:spcBef>
              <a:spcAft>
                <a:spcPts val="0"/>
              </a:spcAft>
              <a:buClr>
                <a:schemeClr val="lt2"/>
              </a:buClr>
              <a:buSzPts val="3200"/>
              <a:buFont typeface="Arial"/>
              <a:buNone/>
              <a:defRPr b="0" i="0" sz="3200" u="none" cap="none" strike="noStrike">
                <a:solidFill>
                  <a:schemeClr val="lt2"/>
                </a:solidFill>
                <a:latin typeface="Arial"/>
                <a:ea typeface="Arial"/>
                <a:cs typeface="Arial"/>
                <a:sym typeface="Arial"/>
              </a:defRPr>
            </a:lvl2pPr>
            <a:lvl3pPr lvl="2" marR="0" rtl="0" algn="l">
              <a:lnSpc>
                <a:spcPct val="100000"/>
              </a:lnSpc>
              <a:spcBef>
                <a:spcPts val="0"/>
              </a:spcBef>
              <a:spcAft>
                <a:spcPts val="0"/>
              </a:spcAft>
              <a:buClr>
                <a:schemeClr val="lt2"/>
              </a:buClr>
              <a:buSzPts val="3200"/>
              <a:buFont typeface="Arial"/>
              <a:buNone/>
              <a:defRPr b="0" i="0" sz="3200" u="none" cap="none" strike="noStrike">
                <a:solidFill>
                  <a:schemeClr val="lt2"/>
                </a:solidFill>
                <a:latin typeface="Arial"/>
                <a:ea typeface="Arial"/>
                <a:cs typeface="Arial"/>
                <a:sym typeface="Arial"/>
              </a:defRPr>
            </a:lvl3pPr>
            <a:lvl4pPr lvl="3" marR="0" rtl="0" algn="l">
              <a:lnSpc>
                <a:spcPct val="100000"/>
              </a:lnSpc>
              <a:spcBef>
                <a:spcPts val="0"/>
              </a:spcBef>
              <a:spcAft>
                <a:spcPts val="0"/>
              </a:spcAft>
              <a:buClr>
                <a:schemeClr val="lt2"/>
              </a:buClr>
              <a:buSzPts val="3200"/>
              <a:buFont typeface="Arial"/>
              <a:buNone/>
              <a:defRPr b="0" i="0" sz="3200" u="none" cap="none" strike="noStrike">
                <a:solidFill>
                  <a:schemeClr val="lt2"/>
                </a:solidFill>
                <a:latin typeface="Arial"/>
                <a:ea typeface="Arial"/>
                <a:cs typeface="Arial"/>
                <a:sym typeface="Arial"/>
              </a:defRPr>
            </a:lvl4pPr>
            <a:lvl5pPr lvl="4" marR="0" rtl="0" algn="l">
              <a:lnSpc>
                <a:spcPct val="100000"/>
              </a:lnSpc>
              <a:spcBef>
                <a:spcPts val="0"/>
              </a:spcBef>
              <a:spcAft>
                <a:spcPts val="0"/>
              </a:spcAft>
              <a:buClr>
                <a:schemeClr val="lt2"/>
              </a:buClr>
              <a:buSzPts val="3200"/>
              <a:buFont typeface="Arial"/>
              <a:buNone/>
              <a:defRPr b="0" i="0" sz="3200" u="none" cap="none" strike="noStrike">
                <a:solidFill>
                  <a:schemeClr val="lt2"/>
                </a:solidFill>
                <a:latin typeface="Arial"/>
                <a:ea typeface="Arial"/>
                <a:cs typeface="Arial"/>
                <a:sym typeface="Arial"/>
              </a:defRPr>
            </a:lvl5pPr>
            <a:lvl6pPr lvl="5" marR="0" rtl="0" algn="l">
              <a:lnSpc>
                <a:spcPct val="100000"/>
              </a:lnSpc>
              <a:spcBef>
                <a:spcPts val="0"/>
              </a:spcBef>
              <a:spcAft>
                <a:spcPts val="0"/>
              </a:spcAft>
              <a:buClr>
                <a:schemeClr val="lt2"/>
              </a:buClr>
              <a:buSzPts val="3200"/>
              <a:buFont typeface="Arial"/>
              <a:buNone/>
              <a:defRPr b="0" i="0" sz="3200" u="none" cap="none" strike="noStrike">
                <a:solidFill>
                  <a:schemeClr val="lt2"/>
                </a:solidFill>
                <a:latin typeface="Arial"/>
                <a:ea typeface="Arial"/>
                <a:cs typeface="Arial"/>
                <a:sym typeface="Arial"/>
              </a:defRPr>
            </a:lvl6pPr>
            <a:lvl7pPr lvl="6" marR="0" rtl="0" algn="l">
              <a:lnSpc>
                <a:spcPct val="100000"/>
              </a:lnSpc>
              <a:spcBef>
                <a:spcPts val="0"/>
              </a:spcBef>
              <a:spcAft>
                <a:spcPts val="0"/>
              </a:spcAft>
              <a:buClr>
                <a:schemeClr val="lt2"/>
              </a:buClr>
              <a:buSzPts val="3200"/>
              <a:buFont typeface="Arial"/>
              <a:buNone/>
              <a:defRPr b="0" i="0" sz="3200" u="none" cap="none" strike="noStrike">
                <a:solidFill>
                  <a:schemeClr val="lt2"/>
                </a:solidFill>
                <a:latin typeface="Arial"/>
                <a:ea typeface="Arial"/>
                <a:cs typeface="Arial"/>
                <a:sym typeface="Arial"/>
              </a:defRPr>
            </a:lvl7pPr>
            <a:lvl8pPr lvl="7" marR="0" rtl="0" algn="l">
              <a:lnSpc>
                <a:spcPct val="100000"/>
              </a:lnSpc>
              <a:spcBef>
                <a:spcPts val="0"/>
              </a:spcBef>
              <a:spcAft>
                <a:spcPts val="0"/>
              </a:spcAft>
              <a:buClr>
                <a:schemeClr val="lt2"/>
              </a:buClr>
              <a:buSzPts val="3200"/>
              <a:buFont typeface="Arial"/>
              <a:buNone/>
              <a:defRPr b="0" i="0" sz="3200" u="none" cap="none" strike="noStrike">
                <a:solidFill>
                  <a:schemeClr val="lt2"/>
                </a:solidFill>
                <a:latin typeface="Arial"/>
                <a:ea typeface="Arial"/>
                <a:cs typeface="Arial"/>
                <a:sym typeface="Arial"/>
              </a:defRPr>
            </a:lvl8pPr>
            <a:lvl9pPr lvl="8" marR="0" rtl="0" algn="l">
              <a:lnSpc>
                <a:spcPct val="100000"/>
              </a:lnSpc>
              <a:spcBef>
                <a:spcPts val="0"/>
              </a:spcBef>
              <a:spcAft>
                <a:spcPts val="0"/>
              </a:spcAft>
              <a:buClr>
                <a:schemeClr val="lt2"/>
              </a:buClr>
              <a:buSzPts val="3200"/>
              <a:buFont typeface="Arial"/>
              <a:buNone/>
              <a:defRPr b="0" i="0" sz="3200" u="none" cap="none" strike="noStrike">
                <a:solidFill>
                  <a:schemeClr val="lt2"/>
                </a:solidFill>
                <a:latin typeface="Arial"/>
                <a:ea typeface="Arial"/>
                <a:cs typeface="Arial"/>
                <a:sym typeface="Arial"/>
              </a:defRPr>
            </a:lvl9pPr>
          </a:lstStyle>
          <a:p/>
        </p:txBody>
      </p:sp>
      <p:sp>
        <p:nvSpPr>
          <p:cNvPr id="126" name="Google Shape;126;p59"/>
          <p:cNvSpPr txBox="1"/>
          <p:nvPr>
            <p:ph idx="1" type="body"/>
          </p:nvPr>
        </p:nvSpPr>
        <p:spPr>
          <a:xfrm>
            <a:off x="720000" y="1300850"/>
            <a:ext cx="7704000" cy="32679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00000"/>
              </a:lnSpc>
              <a:spcBef>
                <a:spcPts val="0"/>
              </a:spcBef>
              <a:spcAft>
                <a:spcPts val="0"/>
              </a:spcAft>
              <a:buClr>
                <a:schemeClr val="dk1"/>
              </a:buClr>
              <a:buSzPts val="1800"/>
              <a:buFont typeface="Montserrat"/>
              <a:buChar char="●"/>
              <a:defRPr b="0" i="0" sz="1800" u="none" cap="none" strike="noStrike">
                <a:solidFill>
                  <a:schemeClr val="dk1"/>
                </a:solidFill>
                <a:latin typeface="Montserrat"/>
                <a:ea typeface="Montserrat"/>
                <a:cs typeface="Montserrat"/>
                <a:sym typeface="Montserrat"/>
              </a:defRPr>
            </a:lvl1pPr>
            <a:lvl2pPr indent="-317500" lvl="1" marL="914400" marR="0" rtl="0" algn="l">
              <a:lnSpc>
                <a:spcPct val="100000"/>
              </a:lnSpc>
              <a:spcBef>
                <a:spcPts val="0"/>
              </a:spcBef>
              <a:spcAft>
                <a:spcPts val="0"/>
              </a:spcAft>
              <a:buClr>
                <a:schemeClr val="dk1"/>
              </a:buClr>
              <a:buSzPts val="1400"/>
              <a:buFont typeface="Montserrat"/>
              <a:buChar char="○"/>
              <a:defRPr b="0" i="0" sz="1400" u="none" cap="none" strike="noStrike">
                <a:solidFill>
                  <a:schemeClr val="dk1"/>
                </a:solidFill>
                <a:latin typeface="Montserrat"/>
                <a:ea typeface="Montserrat"/>
                <a:cs typeface="Montserrat"/>
                <a:sym typeface="Montserrat"/>
              </a:defRPr>
            </a:lvl2pPr>
            <a:lvl3pPr indent="-317500" lvl="2" marL="1371600" marR="0" rtl="0" algn="l">
              <a:lnSpc>
                <a:spcPct val="100000"/>
              </a:lnSpc>
              <a:spcBef>
                <a:spcPts val="0"/>
              </a:spcBef>
              <a:spcAft>
                <a:spcPts val="0"/>
              </a:spcAft>
              <a:buClr>
                <a:schemeClr val="dk1"/>
              </a:buClr>
              <a:buSzPts val="1400"/>
              <a:buFont typeface="Montserrat"/>
              <a:buChar char="■"/>
              <a:defRPr b="0" i="0" sz="1400" u="none" cap="none" strike="noStrike">
                <a:solidFill>
                  <a:schemeClr val="dk1"/>
                </a:solidFill>
                <a:latin typeface="Montserrat"/>
                <a:ea typeface="Montserrat"/>
                <a:cs typeface="Montserrat"/>
                <a:sym typeface="Montserrat"/>
              </a:defRPr>
            </a:lvl3pPr>
            <a:lvl4pPr indent="-317500" lvl="3" marL="1828800" marR="0" rtl="0" algn="l">
              <a:lnSpc>
                <a:spcPct val="100000"/>
              </a:lnSpc>
              <a:spcBef>
                <a:spcPts val="0"/>
              </a:spcBef>
              <a:spcAft>
                <a:spcPts val="0"/>
              </a:spcAft>
              <a:buClr>
                <a:schemeClr val="dk1"/>
              </a:buClr>
              <a:buSzPts val="1400"/>
              <a:buFont typeface="Montserrat"/>
              <a:buChar char="●"/>
              <a:defRPr b="0" i="0" sz="1400" u="none" cap="none" strike="noStrike">
                <a:solidFill>
                  <a:schemeClr val="dk1"/>
                </a:solidFill>
                <a:latin typeface="Montserrat"/>
                <a:ea typeface="Montserrat"/>
                <a:cs typeface="Montserrat"/>
                <a:sym typeface="Montserrat"/>
              </a:defRPr>
            </a:lvl4pPr>
            <a:lvl5pPr indent="-317500" lvl="4" marL="2286000" marR="0" rtl="0" algn="l">
              <a:lnSpc>
                <a:spcPct val="100000"/>
              </a:lnSpc>
              <a:spcBef>
                <a:spcPts val="0"/>
              </a:spcBef>
              <a:spcAft>
                <a:spcPts val="0"/>
              </a:spcAft>
              <a:buClr>
                <a:schemeClr val="dk1"/>
              </a:buClr>
              <a:buSzPts val="1400"/>
              <a:buFont typeface="Montserrat"/>
              <a:buChar char="○"/>
              <a:defRPr b="0" i="0" sz="1400" u="none" cap="none" strike="noStrike">
                <a:solidFill>
                  <a:schemeClr val="dk1"/>
                </a:solidFill>
                <a:latin typeface="Montserrat"/>
                <a:ea typeface="Montserrat"/>
                <a:cs typeface="Montserrat"/>
                <a:sym typeface="Montserrat"/>
              </a:defRPr>
            </a:lvl5pPr>
            <a:lvl6pPr indent="-317500" lvl="5" marL="2743200" marR="0" rtl="0" algn="l">
              <a:lnSpc>
                <a:spcPct val="100000"/>
              </a:lnSpc>
              <a:spcBef>
                <a:spcPts val="0"/>
              </a:spcBef>
              <a:spcAft>
                <a:spcPts val="0"/>
              </a:spcAft>
              <a:buClr>
                <a:schemeClr val="dk1"/>
              </a:buClr>
              <a:buSzPts val="1400"/>
              <a:buFont typeface="Montserrat"/>
              <a:buChar char="■"/>
              <a:defRPr b="0" i="0" sz="1400" u="none" cap="none" strike="noStrike">
                <a:solidFill>
                  <a:schemeClr val="dk1"/>
                </a:solidFill>
                <a:latin typeface="Montserrat"/>
                <a:ea typeface="Montserrat"/>
                <a:cs typeface="Montserrat"/>
                <a:sym typeface="Montserrat"/>
              </a:defRPr>
            </a:lvl6pPr>
            <a:lvl7pPr indent="-317500" lvl="6" marL="3200400" marR="0" rtl="0" algn="l">
              <a:lnSpc>
                <a:spcPct val="100000"/>
              </a:lnSpc>
              <a:spcBef>
                <a:spcPts val="0"/>
              </a:spcBef>
              <a:spcAft>
                <a:spcPts val="0"/>
              </a:spcAft>
              <a:buClr>
                <a:schemeClr val="dk1"/>
              </a:buClr>
              <a:buSzPts val="1400"/>
              <a:buFont typeface="Montserrat"/>
              <a:buChar char="●"/>
              <a:defRPr b="0" i="0" sz="1400" u="none" cap="none" strike="noStrike">
                <a:solidFill>
                  <a:schemeClr val="dk1"/>
                </a:solidFill>
                <a:latin typeface="Montserrat"/>
                <a:ea typeface="Montserrat"/>
                <a:cs typeface="Montserrat"/>
                <a:sym typeface="Montserrat"/>
              </a:defRPr>
            </a:lvl7pPr>
            <a:lvl8pPr indent="-317500" lvl="7" marL="3657600" marR="0" rtl="0" algn="l">
              <a:lnSpc>
                <a:spcPct val="100000"/>
              </a:lnSpc>
              <a:spcBef>
                <a:spcPts val="0"/>
              </a:spcBef>
              <a:spcAft>
                <a:spcPts val="0"/>
              </a:spcAft>
              <a:buClr>
                <a:schemeClr val="dk1"/>
              </a:buClr>
              <a:buSzPts val="1400"/>
              <a:buFont typeface="Montserrat"/>
              <a:buChar char="○"/>
              <a:defRPr b="0" i="0" sz="1400" u="none" cap="none" strike="noStrike">
                <a:solidFill>
                  <a:schemeClr val="dk1"/>
                </a:solidFill>
                <a:latin typeface="Montserrat"/>
                <a:ea typeface="Montserrat"/>
                <a:cs typeface="Montserrat"/>
                <a:sym typeface="Montserrat"/>
              </a:defRPr>
            </a:lvl8pPr>
            <a:lvl9pPr indent="-317500" lvl="8" marL="4114800" marR="0" rtl="0" algn="l">
              <a:lnSpc>
                <a:spcPct val="100000"/>
              </a:lnSpc>
              <a:spcBef>
                <a:spcPts val="0"/>
              </a:spcBef>
              <a:spcAft>
                <a:spcPts val="0"/>
              </a:spcAft>
              <a:buClr>
                <a:schemeClr val="dk1"/>
              </a:buClr>
              <a:buSzPts val="1400"/>
              <a:buFont typeface="Montserrat"/>
              <a:buChar char="■"/>
              <a:defRPr b="0" i="0" sz="1400" u="none" cap="none" strike="noStrike">
                <a:solidFill>
                  <a:schemeClr val="dk1"/>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3.jpg"/><Relationship Id="rId4" Type="http://schemas.openxmlformats.org/officeDocument/2006/relationships/image" Target="../media/image2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
          <p:cNvSpPr txBox="1"/>
          <p:nvPr>
            <p:ph type="ctrTitle"/>
          </p:nvPr>
        </p:nvSpPr>
        <p:spPr>
          <a:xfrm>
            <a:off x="289600" y="3367010"/>
            <a:ext cx="8623500" cy="689420"/>
          </a:xfrm>
          <a:prstGeom prst="rect">
            <a:avLst/>
          </a:prstGeom>
          <a:noFill/>
          <a:ln>
            <a:noFill/>
          </a:ln>
        </p:spPr>
        <p:txBody>
          <a:bodyPr anchorCtr="0" anchor="t" bIns="0" lIns="0" spcFirstLastPara="1" rIns="0" wrap="square" tIns="0">
            <a:spAutoFit/>
          </a:bodyPr>
          <a:lstStyle/>
          <a:p>
            <a:pPr indent="0" lvl="0" marL="0" rtl="0" algn="l">
              <a:lnSpc>
                <a:spcPct val="80000"/>
              </a:lnSpc>
              <a:spcBef>
                <a:spcPts val="0"/>
              </a:spcBef>
              <a:spcAft>
                <a:spcPts val="0"/>
              </a:spcAft>
              <a:buClr>
                <a:schemeClr val="accent1"/>
              </a:buClr>
              <a:buSzPts val="3300"/>
              <a:buFont typeface="Arial"/>
              <a:buNone/>
            </a:pPr>
            <a:r>
              <a:rPr lang="es-CO" sz="2800">
                <a:latin typeface="Roboto"/>
                <a:ea typeface="Roboto"/>
                <a:cs typeface="Roboto"/>
                <a:sym typeface="Roboto"/>
              </a:rPr>
              <a:t>MANEJO DE EXCEPCIONES: TRY CATCH, RETRY SCOPE, GLOBAL HANDLER, THROW &amp; RETHROW.</a:t>
            </a:r>
            <a:endParaRPr sz="2400">
              <a:latin typeface="Roboto"/>
              <a:ea typeface="Roboto"/>
              <a:cs typeface="Roboto"/>
              <a:sym typeface="Roboto"/>
            </a:endParaRPr>
          </a:p>
        </p:txBody>
      </p:sp>
      <p:sp>
        <p:nvSpPr>
          <p:cNvPr id="191" name="Google Shape;191;p1"/>
          <p:cNvSpPr/>
          <p:nvPr/>
        </p:nvSpPr>
        <p:spPr>
          <a:xfrm>
            <a:off x="215050" y="206100"/>
            <a:ext cx="8772600" cy="2733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
          <p:cNvSpPr txBox="1"/>
          <p:nvPr>
            <p:ph type="ctrTitle"/>
          </p:nvPr>
        </p:nvSpPr>
        <p:spPr>
          <a:xfrm>
            <a:off x="5345759" y="1264823"/>
            <a:ext cx="3050095" cy="307777"/>
          </a:xfrm>
          <a:prstGeom prst="rect">
            <a:avLst/>
          </a:prstGeom>
          <a:noFill/>
          <a:ln>
            <a:noFill/>
          </a:ln>
        </p:spPr>
        <p:txBody>
          <a:bodyPr anchorCtr="0" anchor="t" bIns="0" lIns="0" spcFirstLastPara="1" rIns="0" wrap="square" tIns="0">
            <a:spAutoFit/>
          </a:bodyPr>
          <a:lstStyle/>
          <a:p>
            <a:pPr indent="0" lvl="0" marL="0" rtl="0" algn="l">
              <a:lnSpc>
                <a:spcPct val="80000"/>
              </a:lnSpc>
              <a:spcBef>
                <a:spcPts val="0"/>
              </a:spcBef>
              <a:spcAft>
                <a:spcPts val="0"/>
              </a:spcAft>
              <a:buClr>
                <a:schemeClr val="accent1"/>
              </a:buClr>
              <a:buSzPts val="3300"/>
              <a:buFont typeface="Arial"/>
              <a:buNone/>
            </a:pPr>
            <a:r>
              <a:rPr lang="es-CO" sz="2500">
                <a:latin typeface="Roboto"/>
                <a:ea typeface="Roboto"/>
                <a:cs typeface="Roboto"/>
                <a:sym typeface="Roboto"/>
              </a:rPr>
              <a:t>CAPACITACIÓN RPA</a:t>
            </a:r>
            <a:endParaRPr sz="2800">
              <a:solidFill>
                <a:schemeClr val="accent2"/>
              </a:solidFill>
              <a:latin typeface="Roboto"/>
              <a:ea typeface="Roboto"/>
              <a:cs typeface="Roboto"/>
              <a:sym typeface="Roboto"/>
            </a:endParaRPr>
          </a:p>
        </p:txBody>
      </p:sp>
      <p:pic>
        <p:nvPicPr>
          <p:cNvPr id="193" name="Google Shape;193;p1"/>
          <p:cNvPicPr preferRelativeResize="0"/>
          <p:nvPr/>
        </p:nvPicPr>
        <p:blipFill rotWithShape="1">
          <a:blip r:embed="rId3">
            <a:alphaModFix/>
          </a:blip>
          <a:srcRect b="0" l="0" r="0" t="0"/>
          <a:stretch/>
        </p:blipFill>
        <p:spPr>
          <a:xfrm>
            <a:off x="407450" y="410900"/>
            <a:ext cx="3945100" cy="25599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2"/>
          <p:cNvPicPr preferRelativeResize="0"/>
          <p:nvPr/>
        </p:nvPicPr>
        <p:blipFill rotWithShape="1">
          <a:blip r:embed="rId3">
            <a:alphaModFix/>
          </a:blip>
          <a:srcRect b="0" l="0" r="0" t="0"/>
          <a:stretch/>
        </p:blipFill>
        <p:spPr>
          <a:xfrm>
            <a:off x="4963625" y="2844300"/>
            <a:ext cx="2830075" cy="2086475"/>
          </a:xfrm>
          <a:prstGeom prst="rect">
            <a:avLst/>
          </a:prstGeom>
          <a:noFill/>
          <a:ln>
            <a:noFill/>
          </a:ln>
        </p:spPr>
      </p:pic>
      <p:pic>
        <p:nvPicPr>
          <p:cNvPr id="199" name="Google Shape;199;p2"/>
          <p:cNvPicPr preferRelativeResize="0"/>
          <p:nvPr/>
        </p:nvPicPr>
        <p:blipFill rotWithShape="1">
          <a:blip r:embed="rId3">
            <a:alphaModFix/>
          </a:blip>
          <a:srcRect b="0" l="0" r="0" t="0"/>
          <a:stretch/>
        </p:blipFill>
        <p:spPr>
          <a:xfrm>
            <a:off x="1394225" y="781050"/>
            <a:ext cx="2830075" cy="2086475"/>
          </a:xfrm>
          <a:prstGeom prst="rect">
            <a:avLst/>
          </a:prstGeom>
          <a:noFill/>
          <a:ln>
            <a:noFill/>
          </a:ln>
        </p:spPr>
      </p:pic>
      <p:sp>
        <p:nvSpPr>
          <p:cNvPr id="200" name="Google Shape;200;p2"/>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201" name="Google Shape;201;p2"/>
          <p:cNvSpPr txBox="1"/>
          <p:nvPr/>
        </p:nvSpPr>
        <p:spPr>
          <a:xfrm>
            <a:off x="8145150" y="251675"/>
            <a:ext cx="747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2"/>
          <p:cNvSpPr txBox="1"/>
          <p:nvPr>
            <p:ph idx="4294967295" type="ctrTitle"/>
          </p:nvPr>
        </p:nvSpPr>
        <p:spPr>
          <a:xfrm>
            <a:off x="251225" y="327875"/>
            <a:ext cx="7821600" cy="3324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Clr>
                <a:schemeClr val="accent1"/>
              </a:buClr>
              <a:buSzPts val="3300"/>
              <a:buFont typeface="Arial"/>
              <a:buNone/>
            </a:pPr>
            <a:r>
              <a:rPr b="1" i="0" lang="es-CO" sz="2700" u="none" cap="none" strike="noStrike">
                <a:solidFill>
                  <a:schemeClr val="accent2"/>
                </a:solidFill>
                <a:latin typeface="Roboto"/>
                <a:ea typeface="Roboto"/>
                <a:cs typeface="Roboto"/>
                <a:sym typeface="Roboto"/>
              </a:rPr>
              <a:t>Expectativas de Formación</a:t>
            </a:r>
            <a:endParaRPr b="1" i="0" sz="3000" u="none" cap="none" strike="noStrike">
              <a:solidFill>
                <a:schemeClr val="accent2"/>
              </a:solidFill>
              <a:latin typeface="Roboto"/>
              <a:ea typeface="Roboto"/>
              <a:cs typeface="Roboto"/>
              <a:sym typeface="Roboto"/>
            </a:endParaRPr>
          </a:p>
        </p:txBody>
      </p:sp>
      <p:sp>
        <p:nvSpPr>
          <p:cNvPr id="203" name="Google Shape;203;p2"/>
          <p:cNvSpPr txBox="1"/>
          <p:nvPr>
            <p:ph idx="4294967295" type="ctrTitle"/>
          </p:nvPr>
        </p:nvSpPr>
        <p:spPr>
          <a:xfrm>
            <a:off x="1803225" y="1130625"/>
            <a:ext cx="1976100" cy="2925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chemeClr val="accent1"/>
              </a:buClr>
              <a:buSzPts val="3300"/>
              <a:buFont typeface="Arial"/>
              <a:buNone/>
            </a:pPr>
            <a:r>
              <a:rPr b="0" i="0" lang="es-CO" sz="1900" u="none" cap="none" strike="noStrike">
                <a:solidFill>
                  <a:schemeClr val="lt1"/>
                </a:solidFill>
                <a:latin typeface="Roboto"/>
                <a:ea typeface="Roboto"/>
                <a:cs typeface="Roboto"/>
                <a:sym typeface="Roboto"/>
              </a:rPr>
              <a:t>Problema</a:t>
            </a:r>
            <a:endParaRPr b="0" i="0" sz="1600" u="none" cap="none" strike="noStrike">
              <a:solidFill>
                <a:schemeClr val="lt1"/>
              </a:solidFill>
              <a:latin typeface="Roboto"/>
              <a:ea typeface="Roboto"/>
              <a:cs typeface="Roboto"/>
              <a:sym typeface="Roboto"/>
            </a:endParaRPr>
          </a:p>
        </p:txBody>
      </p:sp>
      <p:sp>
        <p:nvSpPr>
          <p:cNvPr id="204" name="Google Shape;204;p2"/>
          <p:cNvSpPr txBox="1"/>
          <p:nvPr>
            <p:ph idx="4294967295" type="ctrTitle"/>
          </p:nvPr>
        </p:nvSpPr>
        <p:spPr>
          <a:xfrm>
            <a:off x="1706500" y="1599000"/>
            <a:ext cx="2122200" cy="920252"/>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chemeClr val="accent1"/>
              </a:buClr>
              <a:buSzPts val="3300"/>
              <a:buFont typeface="Arial"/>
              <a:buNone/>
            </a:pPr>
            <a:r>
              <a:rPr b="0" i="0" lang="es-CO" sz="1300" u="none" cap="none" strike="noStrike">
                <a:solidFill>
                  <a:schemeClr val="lt1"/>
                </a:solidFill>
                <a:latin typeface="Roboto"/>
                <a:ea typeface="Roboto"/>
                <a:cs typeface="Roboto"/>
                <a:sym typeface="Roboto"/>
              </a:rPr>
              <a:t>Desconocimiento de las herramientas que se utilizan para el manejo de excepciones</a:t>
            </a:r>
            <a:endParaRPr b="0" i="0" sz="1300" u="none" cap="none" strike="noStrike">
              <a:solidFill>
                <a:schemeClr val="lt1"/>
              </a:solidFill>
              <a:latin typeface="Roboto"/>
              <a:ea typeface="Roboto"/>
              <a:cs typeface="Roboto"/>
              <a:sym typeface="Roboto"/>
            </a:endParaRPr>
          </a:p>
        </p:txBody>
      </p:sp>
      <p:pic>
        <p:nvPicPr>
          <p:cNvPr id="205" name="Google Shape;205;p2"/>
          <p:cNvPicPr preferRelativeResize="0"/>
          <p:nvPr/>
        </p:nvPicPr>
        <p:blipFill rotWithShape="1">
          <a:blip r:embed="rId4">
            <a:alphaModFix/>
          </a:blip>
          <a:srcRect b="0" l="0" r="0" t="0"/>
          <a:stretch/>
        </p:blipFill>
        <p:spPr>
          <a:xfrm>
            <a:off x="4924500" y="781050"/>
            <a:ext cx="2908325" cy="2155575"/>
          </a:xfrm>
          <a:prstGeom prst="rect">
            <a:avLst/>
          </a:prstGeom>
          <a:noFill/>
          <a:ln>
            <a:noFill/>
          </a:ln>
        </p:spPr>
      </p:pic>
      <p:pic>
        <p:nvPicPr>
          <p:cNvPr id="206" name="Google Shape;206;p2"/>
          <p:cNvPicPr preferRelativeResize="0"/>
          <p:nvPr/>
        </p:nvPicPr>
        <p:blipFill rotWithShape="1">
          <a:blip r:embed="rId4">
            <a:alphaModFix/>
          </a:blip>
          <a:srcRect b="0" l="0" r="0" t="0"/>
          <a:stretch/>
        </p:blipFill>
        <p:spPr>
          <a:xfrm>
            <a:off x="1248575" y="2809748"/>
            <a:ext cx="2908325" cy="2155575"/>
          </a:xfrm>
          <a:prstGeom prst="rect">
            <a:avLst/>
          </a:prstGeom>
          <a:noFill/>
          <a:ln>
            <a:noFill/>
          </a:ln>
        </p:spPr>
      </p:pic>
      <p:sp>
        <p:nvSpPr>
          <p:cNvPr id="207" name="Google Shape;207;p2"/>
          <p:cNvSpPr txBox="1"/>
          <p:nvPr>
            <p:ph idx="4294967295" type="ctrTitle"/>
          </p:nvPr>
        </p:nvSpPr>
        <p:spPr>
          <a:xfrm>
            <a:off x="5414288" y="1072900"/>
            <a:ext cx="1976100" cy="2925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chemeClr val="accent1"/>
              </a:buClr>
              <a:buSzPts val="3300"/>
              <a:buFont typeface="Arial"/>
              <a:buNone/>
            </a:pPr>
            <a:r>
              <a:rPr b="1" i="0" lang="es-CO" sz="1900" u="none" cap="none" strike="noStrike">
                <a:solidFill>
                  <a:srgbClr val="FFFFFF"/>
                </a:solidFill>
                <a:latin typeface="Arial"/>
                <a:ea typeface="Arial"/>
                <a:cs typeface="Arial"/>
                <a:sym typeface="Arial"/>
              </a:rPr>
              <a:t>Objeto</a:t>
            </a:r>
            <a:endParaRPr b="0" i="0" sz="1900" u="none" cap="none" strike="noStrike">
              <a:solidFill>
                <a:schemeClr val="lt1"/>
              </a:solidFill>
              <a:latin typeface="Roboto"/>
              <a:ea typeface="Roboto"/>
              <a:cs typeface="Roboto"/>
              <a:sym typeface="Roboto"/>
            </a:endParaRPr>
          </a:p>
        </p:txBody>
      </p:sp>
      <p:sp>
        <p:nvSpPr>
          <p:cNvPr id="208" name="Google Shape;208;p2"/>
          <p:cNvSpPr txBox="1"/>
          <p:nvPr>
            <p:ph idx="4294967295" type="ctrTitle"/>
          </p:nvPr>
        </p:nvSpPr>
        <p:spPr>
          <a:xfrm>
            <a:off x="5317563" y="1541275"/>
            <a:ext cx="2122200" cy="460126"/>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chemeClr val="accent1"/>
              </a:buClr>
              <a:buSzPts val="3300"/>
              <a:buFont typeface="Arial"/>
              <a:buNone/>
            </a:pPr>
            <a:r>
              <a:rPr b="0" i="0" lang="es-CO" sz="1300" u="none" cap="none" strike="noStrike">
                <a:solidFill>
                  <a:schemeClr val="lt1"/>
                </a:solidFill>
                <a:latin typeface="Roboto"/>
                <a:ea typeface="Roboto"/>
                <a:cs typeface="Roboto"/>
                <a:sym typeface="Roboto"/>
              </a:rPr>
              <a:t>Mecanismos para el manejo de Excepciones en UiPath</a:t>
            </a:r>
            <a:endParaRPr b="0" i="0" sz="1300" u="none" cap="none" strike="noStrike">
              <a:solidFill>
                <a:schemeClr val="lt1"/>
              </a:solidFill>
              <a:latin typeface="Roboto"/>
              <a:ea typeface="Roboto"/>
              <a:cs typeface="Roboto"/>
              <a:sym typeface="Roboto"/>
            </a:endParaRPr>
          </a:p>
        </p:txBody>
      </p:sp>
      <p:sp>
        <p:nvSpPr>
          <p:cNvPr id="209" name="Google Shape;209;p2"/>
          <p:cNvSpPr txBox="1"/>
          <p:nvPr>
            <p:ph idx="4294967295" type="ctrTitle"/>
          </p:nvPr>
        </p:nvSpPr>
        <p:spPr>
          <a:xfrm>
            <a:off x="1714675" y="3107650"/>
            <a:ext cx="1976100" cy="2772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chemeClr val="accent1"/>
              </a:buClr>
              <a:buSzPts val="3300"/>
              <a:buFont typeface="Arial"/>
              <a:buNone/>
            </a:pPr>
            <a:r>
              <a:rPr b="0" i="0" lang="es-CO" sz="1800" u="none" cap="none" strike="noStrike">
                <a:solidFill>
                  <a:srgbClr val="FFFFFF"/>
                </a:solidFill>
                <a:latin typeface="Arial"/>
                <a:ea typeface="Arial"/>
                <a:cs typeface="Arial"/>
                <a:sym typeface="Arial"/>
              </a:rPr>
              <a:t>Formas / Técnicas</a:t>
            </a:r>
            <a:endParaRPr b="0" i="0" sz="1800" u="none" cap="none" strike="noStrike">
              <a:solidFill>
                <a:schemeClr val="lt1"/>
              </a:solidFill>
              <a:latin typeface="Roboto"/>
              <a:ea typeface="Roboto"/>
              <a:cs typeface="Roboto"/>
              <a:sym typeface="Roboto"/>
            </a:endParaRPr>
          </a:p>
        </p:txBody>
      </p:sp>
      <p:sp>
        <p:nvSpPr>
          <p:cNvPr id="210" name="Google Shape;210;p2"/>
          <p:cNvSpPr txBox="1"/>
          <p:nvPr>
            <p:ph idx="4294967295" type="ctrTitle"/>
          </p:nvPr>
        </p:nvSpPr>
        <p:spPr>
          <a:xfrm>
            <a:off x="1501426" y="3548025"/>
            <a:ext cx="2277900" cy="690189"/>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chemeClr val="accent1"/>
              </a:buClr>
              <a:buSzPts val="3300"/>
              <a:buFont typeface="Arial"/>
              <a:buNone/>
            </a:pPr>
            <a:r>
              <a:rPr b="0" i="0" lang="es-CO" sz="1300" u="none" cap="none" strike="noStrike">
                <a:solidFill>
                  <a:schemeClr val="lt1"/>
                </a:solidFill>
                <a:latin typeface="Arial"/>
                <a:ea typeface="Arial"/>
                <a:cs typeface="Arial"/>
                <a:sym typeface="Arial"/>
              </a:rPr>
              <a:t>Prácticas de las herramientas mencionadas en la presentación y sus usos</a:t>
            </a:r>
            <a:endParaRPr b="0" i="0" sz="1300" u="none" cap="none" strike="noStrike">
              <a:solidFill>
                <a:schemeClr val="lt1"/>
              </a:solidFill>
              <a:latin typeface="Roboto"/>
              <a:ea typeface="Roboto"/>
              <a:cs typeface="Roboto"/>
              <a:sym typeface="Roboto"/>
            </a:endParaRPr>
          </a:p>
        </p:txBody>
      </p:sp>
      <p:sp>
        <p:nvSpPr>
          <p:cNvPr id="211" name="Google Shape;211;p2"/>
          <p:cNvSpPr txBox="1"/>
          <p:nvPr>
            <p:ph idx="4294967295" type="ctrTitle"/>
          </p:nvPr>
        </p:nvSpPr>
        <p:spPr>
          <a:xfrm>
            <a:off x="5364925" y="3107650"/>
            <a:ext cx="1976100" cy="2925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chemeClr val="accent1"/>
              </a:buClr>
              <a:buSzPts val="3300"/>
              <a:buFont typeface="Arial"/>
              <a:buNone/>
            </a:pPr>
            <a:r>
              <a:rPr b="0" i="0" lang="es-CO" sz="1900" u="none" cap="none" strike="noStrike">
                <a:solidFill>
                  <a:schemeClr val="lt1"/>
                </a:solidFill>
                <a:latin typeface="Roboto"/>
                <a:ea typeface="Roboto"/>
                <a:cs typeface="Roboto"/>
                <a:sym typeface="Roboto"/>
              </a:rPr>
              <a:t>Evaluación</a:t>
            </a:r>
            <a:endParaRPr b="0" i="0" sz="1600" u="none" cap="none" strike="noStrike">
              <a:solidFill>
                <a:schemeClr val="lt1"/>
              </a:solidFill>
              <a:latin typeface="Roboto"/>
              <a:ea typeface="Roboto"/>
              <a:cs typeface="Roboto"/>
              <a:sym typeface="Roboto"/>
            </a:endParaRPr>
          </a:p>
        </p:txBody>
      </p:sp>
      <p:sp>
        <p:nvSpPr>
          <p:cNvPr id="212" name="Google Shape;212;p2"/>
          <p:cNvSpPr txBox="1"/>
          <p:nvPr>
            <p:ph idx="4294967295" type="ctrTitle"/>
          </p:nvPr>
        </p:nvSpPr>
        <p:spPr>
          <a:xfrm>
            <a:off x="5268200" y="3576025"/>
            <a:ext cx="2122200" cy="637097"/>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chemeClr val="accent1"/>
              </a:buClr>
              <a:buSzPts val="3300"/>
              <a:buFont typeface="Arial"/>
              <a:buNone/>
            </a:pPr>
            <a:r>
              <a:rPr b="0" i="0" lang="es-CO" sz="1200" u="none" cap="none" strike="noStrike">
                <a:solidFill>
                  <a:schemeClr val="lt1"/>
                </a:solidFill>
                <a:latin typeface="Arial"/>
                <a:ea typeface="Arial"/>
                <a:cs typeface="Arial"/>
                <a:sym typeface="Arial"/>
              </a:rPr>
              <a:t>Preguntas específicas y ejercicios para realizar con lo aprendido</a:t>
            </a:r>
            <a:endParaRPr b="0" i="0" sz="14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
          <p:cNvSpPr/>
          <p:nvPr/>
        </p:nvSpPr>
        <p:spPr>
          <a:xfrm>
            <a:off x="350125" y="539550"/>
            <a:ext cx="8654100" cy="4464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3"/>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219" name="Google Shape;219;p3"/>
          <p:cNvSpPr txBox="1"/>
          <p:nvPr/>
        </p:nvSpPr>
        <p:spPr>
          <a:xfrm>
            <a:off x="8145150" y="251675"/>
            <a:ext cx="747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3"/>
          <p:cNvSpPr txBox="1"/>
          <p:nvPr>
            <p:ph idx="4294967295" type="ctrTitle"/>
          </p:nvPr>
        </p:nvSpPr>
        <p:spPr>
          <a:xfrm>
            <a:off x="1340725" y="316000"/>
            <a:ext cx="1649700" cy="3816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Clr>
                <a:schemeClr val="accent1"/>
              </a:buClr>
              <a:buSzPts val="3300"/>
              <a:buFont typeface="Arial"/>
              <a:buNone/>
            </a:pPr>
            <a:r>
              <a:rPr b="1" i="0" lang="es-CO" sz="3100" u="none" cap="none" strike="noStrike">
                <a:solidFill>
                  <a:schemeClr val="accent1"/>
                </a:solidFill>
                <a:latin typeface="Roboto"/>
                <a:ea typeface="Roboto"/>
                <a:cs typeface="Roboto"/>
                <a:sym typeface="Roboto"/>
              </a:rPr>
              <a:t>Objetivo</a:t>
            </a:r>
            <a:endParaRPr b="1" i="0" sz="3400" u="none" cap="none" strike="noStrike">
              <a:solidFill>
                <a:schemeClr val="accent1"/>
              </a:solidFill>
              <a:latin typeface="Roboto"/>
              <a:ea typeface="Roboto"/>
              <a:cs typeface="Roboto"/>
              <a:sym typeface="Roboto"/>
            </a:endParaRPr>
          </a:p>
        </p:txBody>
      </p:sp>
      <p:sp>
        <p:nvSpPr>
          <p:cNvPr id="221" name="Google Shape;221;p3"/>
          <p:cNvSpPr txBox="1"/>
          <p:nvPr>
            <p:ph idx="4294967295" type="ctrTitle"/>
          </p:nvPr>
        </p:nvSpPr>
        <p:spPr>
          <a:xfrm>
            <a:off x="350125" y="1427525"/>
            <a:ext cx="3510600" cy="212365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000" u="none" cap="none" strike="noStrike">
                <a:solidFill>
                  <a:schemeClr val="accent1"/>
                </a:solidFill>
                <a:latin typeface="Roboto"/>
                <a:ea typeface="Roboto"/>
                <a:cs typeface="Roboto"/>
                <a:sym typeface="Roboto"/>
              </a:rPr>
              <a:t>Identificar y diferenciar entre los diferentes tipos de excepciones; así mismo utilizar TryCatch , Throw y Rethrow en los proyectos de automatizaciones.</a:t>
            </a:r>
            <a:endParaRPr b="0" i="0" sz="2000" u="none" cap="none" strike="noStrike">
              <a:solidFill>
                <a:schemeClr val="accent1"/>
              </a:solidFill>
              <a:latin typeface="Roboto"/>
              <a:ea typeface="Roboto"/>
              <a:cs typeface="Roboto"/>
              <a:sym typeface="Roboto"/>
            </a:endParaRPr>
          </a:p>
        </p:txBody>
      </p:sp>
      <p:pic>
        <p:nvPicPr>
          <p:cNvPr id="222" name="Google Shape;222;p3"/>
          <p:cNvPicPr preferRelativeResize="0"/>
          <p:nvPr/>
        </p:nvPicPr>
        <p:blipFill rotWithShape="1">
          <a:blip r:embed="rId3">
            <a:alphaModFix/>
          </a:blip>
          <a:srcRect b="0" l="0" r="0" t="0"/>
          <a:stretch/>
        </p:blipFill>
        <p:spPr>
          <a:xfrm>
            <a:off x="251224" y="648400"/>
            <a:ext cx="3709796" cy="400200"/>
          </a:xfrm>
          <a:prstGeom prst="rect">
            <a:avLst/>
          </a:prstGeom>
          <a:noFill/>
          <a:ln>
            <a:noFill/>
          </a:ln>
        </p:spPr>
      </p:pic>
      <p:pic>
        <p:nvPicPr>
          <p:cNvPr id="223" name="Google Shape;223;p3"/>
          <p:cNvPicPr preferRelativeResize="0"/>
          <p:nvPr/>
        </p:nvPicPr>
        <p:blipFill rotWithShape="1">
          <a:blip r:embed="rId4">
            <a:alphaModFix/>
          </a:blip>
          <a:srcRect b="0" l="0" r="0" t="0"/>
          <a:stretch/>
        </p:blipFill>
        <p:spPr>
          <a:xfrm>
            <a:off x="5073975" y="657700"/>
            <a:ext cx="3668279" cy="381600"/>
          </a:xfrm>
          <a:prstGeom prst="rect">
            <a:avLst/>
          </a:prstGeom>
          <a:noFill/>
          <a:ln>
            <a:noFill/>
          </a:ln>
        </p:spPr>
      </p:pic>
      <p:sp>
        <p:nvSpPr>
          <p:cNvPr id="224" name="Google Shape;224;p3"/>
          <p:cNvSpPr txBox="1"/>
          <p:nvPr>
            <p:ph idx="4294967295" type="ctrTitle"/>
          </p:nvPr>
        </p:nvSpPr>
        <p:spPr>
          <a:xfrm>
            <a:off x="5930878" y="266800"/>
            <a:ext cx="2061900" cy="3816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Clr>
                <a:schemeClr val="accent1"/>
              </a:buClr>
              <a:buSzPts val="3300"/>
              <a:buFont typeface="Arial"/>
              <a:buNone/>
            </a:pPr>
            <a:r>
              <a:rPr b="1" i="0" lang="es-CO" sz="3100" u="none" cap="none" strike="noStrike">
                <a:solidFill>
                  <a:schemeClr val="accent1"/>
                </a:solidFill>
                <a:latin typeface="Roboto"/>
                <a:ea typeface="Roboto"/>
                <a:cs typeface="Roboto"/>
                <a:sym typeface="Roboto"/>
              </a:rPr>
              <a:t>Contenidos</a:t>
            </a:r>
            <a:endParaRPr b="1" i="0" sz="3400" u="none" cap="none" strike="noStrike">
              <a:solidFill>
                <a:schemeClr val="accent1"/>
              </a:solidFill>
              <a:latin typeface="Roboto"/>
              <a:ea typeface="Roboto"/>
              <a:cs typeface="Roboto"/>
              <a:sym typeface="Roboto"/>
            </a:endParaRPr>
          </a:p>
        </p:txBody>
      </p:sp>
      <p:sp>
        <p:nvSpPr>
          <p:cNvPr id="225" name="Google Shape;225;p3"/>
          <p:cNvSpPr txBox="1"/>
          <p:nvPr>
            <p:ph idx="4294967295" type="ctrTitle"/>
          </p:nvPr>
        </p:nvSpPr>
        <p:spPr>
          <a:xfrm>
            <a:off x="5152825" y="1427525"/>
            <a:ext cx="3510600" cy="2566087"/>
          </a:xfrm>
          <a:prstGeom prst="rect">
            <a:avLst/>
          </a:prstGeom>
          <a:noFill/>
          <a:ln>
            <a:noFill/>
          </a:ln>
        </p:spPr>
        <p:txBody>
          <a:bodyPr anchorCtr="0" anchor="t" bIns="0" lIns="0" spcFirstLastPara="1" rIns="0" wrap="square" tIns="0">
            <a:spAutoFit/>
          </a:bodyPr>
          <a:lstStyle/>
          <a:p>
            <a:pPr indent="0" lvl="0" marL="44450" marR="0" rtl="0" algn="l">
              <a:lnSpc>
                <a:spcPct val="115000"/>
              </a:lnSpc>
              <a:spcBef>
                <a:spcPts val="0"/>
              </a:spcBef>
              <a:spcAft>
                <a:spcPts val="0"/>
              </a:spcAft>
              <a:buClr>
                <a:schemeClr val="accent1"/>
              </a:buClr>
              <a:buSzPts val="2900"/>
              <a:buFont typeface="Arial"/>
              <a:buNone/>
            </a:pPr>
            <a:r>
              <a:rPr b="0" i="0" lang="es-CO" sz="2900" u="none" cap="none" strike="noStrike">
                <a:solidFill>
                  <a:schemeClr val="accent1"/>
                </a:solidFill>
                <a:latin typeface="Roboto"/>
                <a:ea typeface="Roboto"/>
                <a:cs typeface="Roboto"/>
                <a:sym typeface="Roboto"/>
              </a:rPr>
              <a:t>Definiciones</a:t>
            </a:r>
            <a:br>
              <a:rPr b="0" i="0" lang="es-CO" sz="2900" u="none" cap="none" strike="noStrike">
                <a:solidFill>
                  <a:schemeClr val="accent1"/>
                </a:solidFill>
                <a:latin typeface="Roboto"/>
                <a:ea typeface="Roboto"/>
                <a:cs typeface="Roboto"/>
                <a:sym typeface="Roboto"/>
              </a:rPr>
            </a:br>
            <a:r>
              <a:rPr b="0" i="0" lang="es-CO" sz="2900" u="none" cap="none" strike="noStrike">
                <a:solidFill>
                  <a:schemeClr val="accent1"/>
                </a:solidFill>
                <a:latin typeface="Roboto"/>
                <a:ea typeface="Roboto"/>
                <a:cs typeface="Roboto"/>
                <a:sym typeface="Roboto"/>
              </a:rPr>
              <a:t>TryCatch</a:t>
            </a:r>
            <a:br>
              <a:rPr b="0" i="0" lang="es-CO" sz="2900" u="none" cap="none" strike="noStrike">
                <a:solidFill>
                  <a:schemeClr val="accent1"/>
                </a:solidFill>
                <a:latin typeface="Roboto"/>
                <a:ea typeface="Roboto"/>
                <a:cs typeface="Roboto"/>
                <a:sym typeface="Roboto"/>
              </a:rPr>
            </a:br>
            <a:r>
              <a:rPr b="0" i="0" lang="es-CO" sz="2900" u="none" cap="none" strike="noStrike">
                <a:solidFill>
                  <a:schemeClr val="accent1"/>
                </a:solidFill>
                <a:latin typeface="Roboto"/>
                <a:ea typeface="Roboto"/>
                <a:cs typeface="Roboto"/>
                <a:sym typeface="Roboto"/>
              </a:rPr>
              <a:t>RetryScope</a:t>
            </a:r>
            <a:br>
              <a:rPr b="0" i="0" lang="es-CO" sz="2900" u="none" cap="none" strike="noStrike">
                <a:solidFill>
                  <a:schemeClr val="accent1"/>
                </a:solidFill>
                <a:latin typeface="Roboto"/>
                <a:ea typeface="Roboto"/>
                <a:cs typeface="Roboto"/>
                <a:sym typeface="Roboto"/>
              </a:rPr>
            </a:br>
            <a:r>
              <a:rPr b="0" i="0" lang="es-CO" sz="2900" u="none" cap="none" strike="noStrike">
                <a:solidFill>
                  <a:schemeClr val="accent1"/>
                </a:solidFill>
                <a:latin typeface="Roboto"/>
                <a:ea typeface="Roboto"/>
                <a:cs typeface="Roboto"/>
                <a:sym typeface="Roboto"/>
              </a:rPr>
              <a:t>Global Handler</a:t>
            </a:r>
            <a:br>
              <a:rPr b="0" i="0" lang="es-CO" sz="2900" u="none" cap="none" strike="noStrike">
                <a:solidFill>
                  <a:schemeClr val="accent1"/>
                </a:solidFill>
                <a:latin typeface="Roboto"/>
                <a:ea typeface="Roboto"/>
                <a:cs typeface="Roboto"/>
                <a:sym typeface="Roboto"/>
              </a:rPr>
            </a:br>
            <a:r>
              <a:rPr b="0" i="0" lang="es-CO" sz="2900" u="none" cap="none" strike="noStrike">
                <a:solidFill>
                  <a:schemeClr val="accent1"/>
                </a:solidFill>
                <a:latin typeface="Roboto"/>
                <a:ea typeface="Roboto"/>
                <a:cs typeface="Roboto"/>
                <a:sym typeface="Roboto"/>
              </a:rPr>
              <a:t>Ejercicio</a:t>
            </a:r>
            <a:endParaRPr b="0" i="0" sz="2900" u="none" cap="none" strike="noStrike">
              <a:solidFill>
                <a:schemeClr val="accent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231" name="Google Shape;231;p4"/>
          <p:cNvSpPr txBox="1"/>
          <p:nvPr>
            <p:ph idx="4294967295" type="ctrTitle"/>
          </p:nvPr>
        </p:nvSpPr>
        <p:spPr>
          <a:xfrm>
            <a:off x="251225" y="216575"/>
            <a:ext cx="4237648"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ANTES DE COMENZAR</a:t>
            </a:r>
            <a:endParaRPr b="0" i="0" sz="2900" u="none" cap="none" strike="noStrike">
              <a:solidFill>
                <a:schemeClr val="accent1"/>
              </a:solidFill>
              <a:latin typeface="Roboto"/>
              <a:ea typeface="Roboto"/>
              <a:cs typeface="Roboto"/>
              <a:sym typeface="Roboto"/>
            </a:endParaRPr>
          </a:p>
        </p:txBody>
      </p:sp>
      <p:sp>
        <p:nvSpPr>
          <p:cNvPr id="232" name="Google Shape;232;p4"/>
          <p:cNvSpPr txBox="1"/>
          <p:nvPr>
            <p:ph idx="4294967295" type="ctrTitle"/>
          </p:nvPr>
        </p:nvSpPr>
        <p:spPr>
          <a:xfrm>
            <a:off x="251225" y="925125"/>
            <a:ext cx="5346011" cy="353943"/>
          </a:xfrm>
          <a:prstGeom prst="rect">
            <a:avLst/>
          </a:prstGeom>
          <a:noFill/>
          <a:ln>
            <a:noFill/>
          </a:ln>
        </p:spPr>
        <p:txBody>
          <a:bodyPr anchorCtr="0" anchor="t" bIns="0" lIns="0" spcFirstLastPara="1" rIns="0" wrap="square" tIns="0">
            <a:spAutoFit/>
          </a:bodyPr>
          <a:lstStyle/>
          <a:p>
            <a:pPr indent="-412750" lvl="0" marL="457200" marR="0" rtl="0" algn="l">
              <a:lnSpc>
                <a:spcPct val="115000"/>
              </a:lnSpc>
              <a:spcBef>
                <a:spcPts val="0"/>
              </a:spcBef>
              <a:spcAft>
                <a:spcPts val="0"/>
              </a:spcAft>
              <a:buClr>
                <a:schemeClr val="accent1"/>
              </a:buClr>
              <a:buSzPts val="2900"/>
              <a:buFont typeface="Roboto"/>
              <a:buChar char="●"/>
            </a:pPr>
            <a:r>
              <a:rPr b="0" i="0" lang="es-CO" sz="2000" u="none" cap="none" strike="noStrike">
                <a:solidFill>
                  <a:schemeClr val="accent1"/>
                </a:solidFill>
                <a:latin typeface="Roboto"/>
                <a:ea typeface="Roboto"/>
                <a:cs typeface="Roboto"/>
                <a:sym typeface="Roboto"/>
              </a:rPr>
              <a:t>¿Qué es un error y qué es una excepción?</a:t>
            </a:r>
            <a:endParaRPr b="0" i="0" sz="2000" u="none" cap="none" strike="noStrike">
              <a:solidFill>
                <a:schemeClr val="accent1"/>
              </a:solidFill>
              <a:latin typeface="Roboto"/>
              <a:ea typeface="Roboto"/>
              <a:cs typeface="Roboto"/>
              <a:sym typeface="Roboto"/>
            </a:endParaRPr>
          </a:p>
        </p:txBody>
      </p:sp>
      <p:sp>
        <p:nvSpPr>
          <p:cNvPr id="233" name="Google Shape;233;p4"/>
          <p:cNvSpPr txBox="1"/>
          <p:nvPr/>
        </p:nvSpPr>
        <p:spPr>
          <a:xfrm>
            <a:off x="588817" y="1474401"/>
            <a:ext cx="3733801" cy="28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CO" sz="1400" u="none" cap="none" strike="noStrike">
                <a:solidFill>
                  <a:srgbClr val="000000"/>
                </a:solidFill>
                <a:latin typeface="Roboto"/>
                <a:ea typeface="Roboto"/>
                <a:cs typeface="Roboto"/>
                <a:sym typeface="Roboto"/>
              </a:rPr>
              <a:t>Errores</a:t>
            </a:r>
            <a:endParaRPr/>
          </a:p>
          <a:p>
            <a:pPr indent="0" lvl="0" marL="0" marR="0" rtl="0" algn="l">
              <a:lnSpc>
                <a:spcPct val="100000"/>
              </a:lnSpc>
              <a:spcBef>
                <a:spcPts val="0"/>
              </a:spcBef>
              <a:spcAft>
                <a:spcPts val="0"/>
              </a:spcAft>
              <a:buNone/>
            </a:pPr>
            <a:r>
              <a:rPr b="0" i="0" lang="es-CO" sz="1400" u="none" cap="none" strike="noStrike">
                <a:solidFill>
                  <a:srgbClr val="000000"/>
                </a:solidFill>
                <a:latin typeface="Roboto"/>
                <a:ea typeface="Roboto"/>
                <a:cs typeface="Roboto"/>
                <a:sym typeface="Roboto"/>
              </a:rPr>
              <a:t>Son eventos que un programa normalmente no puede manejar. Hay diferentes tipos de errores, por ejemplo:</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s-CO" sz="1400" u="sng" cap="none" strike="noStrike">
                <a:solidFill>
                  <a:srgbClr val="000000"/>
                </a:solidFill>
                <a:latin typeface="Roboto"/>
                <a:ea typeface="Roboto"/>
                <a:cs typeface="Roboto"/>
                <a:sym typeface="Roboto"/>
              </a:rPr>
              <a:t>Syntax Errors:</a:t>
            </a:r>
            <a:r>
              <a:rPr b="0" i="0" lang="es-CO" sz="1400" u="none" cap="none" strike="noStrike">
                <a:solidFill>
                  <a:srgbClr val="000000"/>
                </a:solidFill>
                <a:latin typeface="Roboto"/>
                <a:ea typeface="Roboto"/>
                <a:cs typeface="Roboto"/>
                <a:sym typeface="Roboto"/>
              </a:rPr>
              <a:t> Donde el compilador no puede analizar/interpretar el código escrito.</a:t>
            </a:r>
            <a:endParaRPr/>
          </a:p>
          <a:p>
            <a:pPr indent="0" lvl="0" marL="0" marR="0" rtl="0" algn="l">
              <a:lnSpc>
                <a:spcPct val="100000"/>
              </a:lnSpc>
              <a:spcBef>
                <a:spcPts val="0"/>
              </a:spcBef>
              <a:spcAft>
                <a:spcPts val="0"/>
              </a:spcAft>
              <a:buNone/>
            </a:pPr>
            <a:r>
              <a:rPr b="0" i="0" lang="es-CO" sz="1400" u="sng" cap="none" strike="noStrike">
                <a:solidFill>
                  <a:srgbClr val="000000"/>
                </a:solidFill>
                <a:latin typeface="Roboto"/>
                <a:ea typeface="Roboto"/>
                <a:cs typeface="Roboto"/>
                <a:sym typeface="Roboto"/>
              </a:rPr>
              <a:t>User Errors:</a:t>
            </a:r>
            <a:r>
              <a:rPr b="0" i="0" lang="es-CO" sz="1400" u="none" cap="none" strike="noStrike">
                <a:solidFill>
                  <a:srgbClr val="000000"/>
                </a:solidFill>
                <a:latin typeface="Roboto"/>
                <a:ea typeface="Roboto"/>
                <a:cs typeface="Roboto"/>
                <a:sym typeface="Roboto"/>
              </a:rPr>
              <a:t> Donde se determina que el input del usuario no es aceptable por algún motivo.</a:t>
            </a:r>
            <a:endParaRPr/>
          </a:p>
          <a:p>
            <a:pPr indent="0" lvl="0" marL="0" marR="0" rtl="0" algn="l">
              <a:lnSpc>
                <a:spcPct val="100000"/>
              </a:lnSpc>
              <a:spcBef>
                <a:spcPts val="0"/>
              </a:spcBef>
              <a:spcAft>
                <a:spcPts val="0"/>
              </a:spcAft>
              <a:buNone/>
            </a:pPr>
            <a:r>
              <a:rPr b="0" i="0" lang="es-CO" sz="1400" u="sng" cap="none" strike="noStrike">
                <a:solidFill>
                  <a:srgbClr val="000000"/>
                </a:solidFill>
                <a:latin typeface="Roboto"/>
                <a:ea typeface="Roboto"/>
                <a:cs typeface="Roboto"/>
                <a:sym typeface="Roboto"/>
              </a:rPr>
              <a:t>Programming errors:</a:t>
            </a:r>
            <a:r>
              <a:rPr b="0" i="0" lang="es-CO" sz="1400" u="none" cap="none" strike="noStrike">
                <a:solidFill>
                  <a:srgbClr val="000000"/>
                </a:solidFill>
                <a:latin typeface="Roboto"/>
                <a:ea typeface="Roboto"/>
                <a:cs typeface="Roboto"/>
                <a:sym typeface="Roboto"/>
              </a:rPr>
              <a:t> Donde el programa no contiene errores de sintaxis pero no produce los resultados esperados.</a:t>
            </a:r>
            <a:endParaRPr b="0" i="0" sz="1400" u="none" cap="none" strike="noStrike">
              <a:solidFill>
                <a:srgbClr val="000000"/>
              </a:solidFill>
              <a:latin typeface="Roboto"/>
              <a:ea typeface="Roboto"/>
              <a:cs typeface="Roboto"/>
              <a:sym typeface="Roboto"/>
            </a:endParaRPr>
          </a:p>
        </p:txBody>
      </p:sp>
      <p:sp>
        <p:nvSpPr>
          <p:cNvPr id="234" name="Google Shape;234;p4"/>
          <p:cNvSpPr txBox="1"/>
          <p:nvPr/>
        </p:nvSpPr>
        <p:spPr>
          <a:xfrm>
            <a:off x="4488873" y="1474401"/>
            <a:ext cx="4403902" cy="2462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CO" sz="1400" u="none" cap="none" strike="noStrike">
                <a:solidFill>
                  <a:srgbClr val="000000"/>
                </a:solidFill>
                <a:latin typeface="Roboto"/>
                <a:ea typeface="Roboto"/>
                <a:cs typeface="Roboto"/>
                <a:sym typeface="Roboto"/>
              </a:rPr>
              <a:t>Excepciones</a:t>
            </a:r>
            <a:endParaRPr/>
          </a:p>
          <a:p>
            <a:pPr indent="0" lvl="0" marL="0" marR="0" rtl="0" algn="l">
              <a:lnSpc>
                <a:spcPct val="100000"/>
              </a:lnSpc>
              <a:spcBef>
                <a:spcPts val="0"/>
              </a:spcBef>
              <a:spcAft>
                <a:spcPts val="0"/>
              </a:spcAft>
              <a:buNone/>
            </a:pPr>
            <a:r>
              <a:rPr b="0" i="0" lang="es-CO" sz="1400" u="none" cap="none" strike="noStrike">
                <a:solidFill>
                  <a:srgbClr val="000000"/>
                </a:solidFill>
                <a:latin typeface="Roboto"/>
                <a:ea typeface="Roboto"/>
                <a:cs typeface="Roboto"/>
                <a:sym typeface="Roboto"/>
              </a:rPr>
              <a:t>Son eventos que son reconocidos por el programa, categorizados y manejados. Más específicamente, hay una rutina configurada por el desarrollador que se activa cuando se detecta una excepción. A veces, el mecanismo de manejo puede ser simplemente detener la ejecución.</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s-CO" sz="1400" u="none" cap="none" strike="noStrike">
                <a:solidFill>
                  <a:srgbClr val="000000"/>
                </a:solidFill>
                <a:latin typeface="Roboto"/>
                <a:ea typeface="Roboto"/>
                <a:cs typeface="Roboto"/>
                <a:sym typeface="Roboto"/>
              </a:rPr>
              <a:t>Algunas de las excepciones están vinculadas a los sistemas utilizados, mientras que otras están vinculadas a la lógica del proceso.</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5"/>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240" name="Google Shape;240;p5"/>
          <p:cNvSpPr txBox="1"/>
          <p:nvPr>
            <p:ph idx="4294967295" type="ctrTitle"/>
          </p:nvPr>
        </p:nvSpPr>
        <p:spPr>
          <a:xfrm>
            <a:off x="251225" y="216575"/>
            <a:ext cx="4237648"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ANTES DE COMENZAR</a:t>
            </a:r>
            <a:endParaRPr b="0" i="0" sz="2900" u="none" cap="none" strike="noStrike">
              <a:solidFill>
                <a:schemeClr val="accent1"/>
              </a:solidFill>
              <a:latin typeface="Roboto"/>
              <a:ea typeface="Roboto"/>
              <a:cs typeface="Roboto"/>
              <a:sym typeface="Roboto"/>
            </a:endParaRPr>
          </a:p>
        </p:txBody>
      </p:sp>
      <p:sp>
        <p:nvSpPr>
          <p:cNvPr id="241" name="Google Shape;241;p5"/>
          <p:cNvSpPr txBox="1"/>
          <p:nvPr>
            <p:ph idx="4294967295" type="ctrTitle"/>
          </p:nvPr>
        </p:nvSpPr>
        <p:spPr>
          <a:xfrm>
            <a:off x="251225" y="925125"/>
            <a:ext cx="3423884" cy="353943"/>
          </a:xfrm>
          <a:prstGeom prst="rect">
            <a:avLst/>
          </a:prstGeom>
          <a:noFill/>
          <a:ln>
            <a:noFill/>
          </a:ln>
        </p:spPr>
        <p:txBody>
          <a:bodyPr anchorCtr="0" anchor="t" bIns="0" lIns="0" spcFirstLastPara="1" rIns="0" wrap="square" tIns="0">
            <a:spAutoFit/>
          </a:bodyPr>
          <a:lstStyle/>
          <a:p>
            <a:pPr indent="-412750" lvl="0" marL="457200" marR="0" rtl="0" algn="l">
              <a:lnSpc>
                <a:spcPct val="115000"/>
              </a:lnSpc>
              <a:spcBef>
                <a:spcPts val="0"/>
              </a:spcBef>
              <a:spcAft>
                <a:spcPts val="0"/>
              </a:spcAft>
              <a:buClr>
                <a:schemeClr val="accent1"/>
              </a:buClr>
              <a:buSzPts val="2900"/>
              <a:buFont typeface="Roboto"/>
              <a:buChar char="●"/>
            </a:pPr>
            <a:r>
              <a:rPr b="0" i="0" lang="es-CO" sz="2000" u="none" cap="none" strike="noStrike">
                <a:solidFill>
                  <a:schemeClr val="accent1"/>
                </a:solidFill>
                <a:latin typeface="Roboto"/>
                <a:ea typeface="Roboto"/>
                <a:cs typeface="Roboto"/>
                <a:sym typeface="Roboto"/>
              </a:rPr>
              <a:t>System exceptions</a:t>
            </a:r>
            <a:endParaRPr b="0" i="0" sz="2000" u="none" cap="none" strike="noStrike">
              <a:solidFill>
                <a:schemeClr val="accent1"/>
              </a:solidFill>
              <a:latin typeface="Roboto"/>
              <a:ea typeface="Roboto"/>
              <a:cs typeface="Roboto"/>
              <a:sym typeface="Roboto"/>
            </a:endParaRPr>
          </a:p>
        </p:txBody>
      </p:sp>
      <p:sp>
        <p:nvSpPr>
          <p:cNvPr id="242" name="Google Shape;242;p5"/>
          <p:cNvSpPr txBox="1"/>
          <p:nvPr/>
        </p:nvSpPr>
        <p:spPr>
          <a:xfrm>
            <a:off x="623454" y="1635282"/>
            <a:ext cx="3733801" cy="21236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CO" sz="1400" u="none" cap="none" strike="noStrike">
                <a:solidFill>
                  <a:srgbClr val="000000"/>
                </a:solidFill>
                <a:latin typeface="Arial"/>
                <a:ea typeface="Arial"/>
                <a:cs typeface="Arial"/>
                <a:sym typeface="Arial"/>
              </a:rPr>
              <a:t>Es un evento relacionado con la ejecución de un programa, son un tipo de interrupción para notificar al sistema de un suceso excepcional, por ejemplo, cuando se hacen operaciones con una variable null.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1" lang="es-CO" sz="1200" u="none" cap="none" strike="noStrike">
                <a:solidFill>
                  <a:srgbClr val="000000"/>
                </a:solidFill>
                <a:latin typeface="Roboto"/>
                <a:ea typeface="Roboto"/>
                <a:cs typeface="Roboto"/>
                <a:sym typeface="Roboto"/>
              </a:rPr>
              <a:t>Nota: Todos estos tipos de excepciones que se mencionan a continuación se derivan de System.Exception, por lo que usar este tipo genérico detectará todos los tipos de errores.</a:t>
            </a:r>
            <a:endParaRPr b="0" i="1" sz="1200" u="none" cap="none" strike="noStrike">
              <a:solidFill>
                <a:srgbClr val="000000"/>
              </a:solidFill>
              <a:latin typeface="Roboto"/>
              <a:ea typeface="Roboto"/>
              <a:cs typeface="Roboto"/>
              <a:sym typeface="Roboto"/>
            </a:endParaRPr>
          </a:p>
        </p:txBody>
      </p:sp>
      <p:sp>
        <p:nvSpPr>
          <p:cNvPr id="243" name="Google Shape;243;p5"/>
          <p:cNvSpPr txBox="1"/>
          <p:nvPr/>
        </p:nvSpPr>
        <p:spPr>
          <a:xfrm>
            <a:off x="5420526" y="1635282"/>
            <a:ext cx="2369127" cy="2246769"/>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000"/>
              <a:buFont typeface="Arial"/>
              <a:buChar char="•"/>
            </a:pPr>
            <a:r>
              <a:rPr b="0" i="0" lang="es-CO" sz="1000" u="none" cap="none" strike="noStrike">
                <a:solidFill>
                  <a:srgbClr val="000000"/>
                </a:solidFill>
                <a:latin typeface="Roboto"/>
                <a:ea typeface="Roboto"/>
                <a:cs typeface="Roboto"/>
                <a:sym typeface="Roboto"/>
              </a:rPr>
              <a:t>NullReferenceException</a:t>
            </a:r>
            <a:endParaRPr/>
          </a:p>
          <a:p>
            <a:pPr indent="-107950" lvl="0" marL="17145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000"/>
              <a:buFont typeface="Arial"/>
              <a:buChar char="•"/>
            </a:pPr>
            <a:r>
              <a:rPr b="0" i="0" lang="es-CO" sz="1000" u="none" cap="none" strike="noStrike">
                <a:solidFill>
                  <a:srgbClr val="000000"/>
                </a:solidFill>
                <a:latin typeface="Roboto"/>
                <a:ea typeface="Roboto"/>
                <a:cs typeface="Roboto"/>
                <a:sym typeface="Roboto"/>
              </a:rPr>
              <a:t>IndexOutOfRangeException</a:t>
            </a:r>
            <a:endParaRPr/>
          </a:p>
          <a:p>
            <a:pPr indent="-107950" lvl="0" marL="17145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000"/>
              <a:buFont typeface="Arial"/>
              <a:buChar char="•"/>
            </a:pPr>
            <a:r>
              <a:rPr b="0" i="0" lang="es-CO" sz="1000" u="none" cap="none" strike="noStrike">
                <a:solidFill>
                  <a:srgbClr val="000000"/>
                </a:solidFill>
                <a:latin typeface="Roboto"/>
                <a:ea typeface="Roboto"/>
                <a:cs typeface="Roboto"/>
                <a:sym typeface="Roboto"/>
              </a:rPr>
              <a:t>ArgumentException</a:t>
            </a:r>
            <a:endParaRPr/>
          </a:p>
          <a:p>
            <a:pPr indent="-107950" lvl="0" marL="17145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000"/>
              <a:buFont typeface="Arial"/>
              <a:buChar char="•"/>
            </a:pPr>
            <a:r>
              <a:rPr b="0" i="0" lang="es-CO" sz="1000" u="none" cap="none" strike="noStrike">
                <a:solidFill>
                  <a:srgbClr val="000000"/>
                </a:solidFill>
                <a:latin typeface="Roboto"/>
                <a:ea typeface="Roboto"/>
                <a:cs typeface="Roboto"/>
                <a:sym typeface="Roboto"/>
              </a:rPr>
              <a:t>SelectorNotFoundException</a:t>
            </a:r>
            <a:endParaRPr/>
          </a:p>
          <a:p>
            <a:pPr indent="-107950" lvl="0" marL="17145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000"/>
              <a:buFont typeface="Arial"/>
              <a:buChar char="•"/>
            </a:pPr>
            <a:r>
              <a:rPr b="0" i="0" lang="es-CO" sz="1000" u="none" cap="none" strike="noStrike">
                <a:solidFill>
                  <a:srgbClr val="000000"/>
                </a:solidFill>
                <a:latin typeface="Roboto"/>
                <a:ea typeface="Roboto"/>
                <a:cs typeface="Roboto"/>
                <a:sym typeface="Roboto"/>
              </a:rPr>
              <a:t>ImageOperationException</a:t>
            </a:r>
            <a:endParaRPr/>
          </a:p>
          <a:p>
            <a:pPr indent="-107950" lvl="0" marL="17145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000"/>
              <a:buFont typeface="Arial"/>
              <a:buChar char="•"/>
            </a:pPr>
            <a:r>
              <a:rPr b="0" i="0" lang="es-CO" sz="1000" u="none" cap="none" strike="noStrike">
                <a:solidFill>
                  <a:srgbClr val="000000"/>
                </a:solidFill>
                <a:latin typeface="Roboto"/>
                <a:ea typeface="Roboto"/>
                <a:cs typeface="Roboto"/>
                <a:sym typeface="Roboto"/>
              </a:rPr>
              <a:t>TextNotFoundException</a:t>
            </a:r>
            <a:endParaRPr/>
          </a:p>
          <a:p>
            <a:pPr indent="-107950" lvl="0" marL="17145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000"/>
              <a:buFont typeface="Arial"/>
              <a:buChar char="•"/>
            </a:pPr>
            <a:r>
              <a:rPr b="0" i="0" lang="es-CO" sz="1000" u="none" cap="none" strike="noStrike">
                <a:solidFill>
                  <a:srgbClr val="000000"/>
                </a:solidFill>
                <a:latin typeface="Roboto"/>
                <a:ea typeface="Roboto"/>
                <a:cs typeface="Roboto"/>
                <a:sym typeface="Roboto"/>
              </a:rPr>
              <a:t>ApplicationException</a:t>
            </a:r>
            <a:endParaRPr/>
          </a:p>
          <a:p>
            <a:pPr indent="0" lvl="0" marL="0" marR="0" rtl="0" algn="l">
              <a:lnSpc>
                <a:spcPct val="100000"/>
              </a:lnSpc>
              <a:spcBef>
                <a:spcPts val="0"/>
              </a:spcBef>
              <a:spcAft>
                <a:spcPts val="0"/>
              </a:spcAft>
              <a:buNone/>
            </a:pPr>
            <a:r>
              <a:t/>
            </a:r>
            <a:endParaRPr b="0" i="0" sz="1000" u="none" cap="none" strike="noStrike">
              <a:solidFill>
                <a:srgbClr val="000000"/>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6"/>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249" name="Google Shape;249;p6"/>
          <p:cNvSpPr txBox="1"/>
          <p:nvPr>
            <p:ph idx="4294967295" type="ctrTitle"/>
          </p:nvPr>
        </p:nvSpPr>
        <p:spPr>
          <a:xfrm>
            <a:off x="251225" y="216575"/>
            <a:ext cx="4237648"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ANTES DE COMENZAR</a:t>
            </a:r>
            <a:endParaRPr b="0" i="0" sz="2900" u="none" cap="none" strike="noStrike">
              <a:solidFill>
                <a:schemeClr val="accent1"/>
              </a:solidFill>
              <a:latin typeface="Roboto"/>
              <a:ea typeface="Roboto"/>
              <a:cs typeface="Roboto"/>
              <a:sym typeface="Roboto"/>
            </a:endParaRPr>
          </a:p>
        </p:txBody>
      </p:sp>
      <p:sp>
        <p:nvSpPr>
          <p:cNvPr id="250" name="Google Shape;250;p6"/>
          <p:cNvSpPr txBox="1"/>
          <p:nvPr>
            <p:ph idx="4294967295" type="ctrTitle"/>
          </p:nvPr>
        </p:nvSpPr>
        <p:spPr>
          <a:xfrm>
            <a:off x="251225" y="925125"/>
            <a:ext cx="3271484" cy="353943"/>
          </a:xfrm>
          <a:prstGeom prst="rect">
            <a:avLst/>
          </a:prstGeom>
          <a:noFill/>
          <a:ln>
            <a:noFill/>
          </a:ln>
        </p:spPr>
        <p:txBody>
          <a:bodyPr anchorCtr="0" anchor="t" bIns="0" lIns="0" spcFirstLastPara="1" rIns="0" wrap="square" tIns="0">
            <a:spAutoFit/>
          </a:bodyPr>
          <a:lstStyle/>
          <a:p>
            <a:pPr indent="-412750" lvl="0" marL="457200" marR="0" rtl="0" algn="l">
              <a:lnSpc>
                <a:spcPct val="115000"/>
              </a:lnSpc>
              <a:spcBef>
                <a:spcPts val="0"/>
              </a:spcBef>
              <a:spcAft>
                <a:spcPts val="0"/>
              </a:spcAft>
              <a:buClr>
                <a:schemeClr val="accent1"/>
              </a:buClr>
              <a:buSzPts val="2900"/>
              <a:buFont typeface="Roboto"/>
              <a:buChar char="●"/>
            </a:pPr>
            <a:r>
              <a:rPr b="0" i="0" lang="es-CO" sz="2000" u="none" cap="none" strike="noStrike">
                <a:solidFill>
                  <a:schemeClr val="accent1"/>
                </a:solidFill>
                <a:latin typeface="Roboto"/>
                <a:ea typeface="Roboto"/>
                <a:cs typeface="Roboto"/>
                <a:sym typeface="Roboto"/>
              </a:rPr>
              <a:t>Business exceptions</a:t>
            </a:r>
            <a:endParaRPr/>
          </a:p>
        </p:txBody>
      </p:sp>
      <p:sp>
        <p:nvSpPr>
          <p:cNvPr id="251" name="Google Shape;251;p6"/>
          <p:cNvSpPr txBox="1"/>
          <p:nvPr/>
        </p:nvSpPr>
        <p:spPr>
          <a:xfrm>
            <a:off x="623454" y="1635282"/>
            <a:ext cx="3733801"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CO" sz="1400" u="none" cap="none" strike="noStrike">
                <a:solidFill>
                  <a:srgbClr val="000000"/>
                </a:solidFill>
                <a:latin typeface="Roboto"/>
                <a:ea typeface="Roboto"/>
                <a:cs typeface="Roboto"/>
                <a:sym typeface="Roboto"/>
              </a:rPr>
              <a:t>Una business exception se refiere principalmente a la información utilizada en un proceso automatizado.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s-CO" sz="1400" u="none" cap="none" strike="noStrike">
                <a:solidFill>
                  <a:srgbClr val="000000"/>
                </a:solidFill>
                <a:latin typeface="Roboto"/>
                <a:ea typeface="Roboto"/>
                <a:cs typeface="Roboto"/>
                <a:sym typeface="Roboto"/>
              </a:rPr>
              <a:t>Cuando ocurren business exception, los robots detienen el proceso y se requiere la intervención humana para abordar una excepción lanzada.</a:t>
            </a:r>
            <a:endParaRPr b="0" i="0" sz="1400" u="none" cap="none" strike="noStrike">
              <a:solidFill>
                <a:srgbClr val="000000"/>
              </a:solidFill>
              <a:latin typeface="Roboto"/>
              <a:ea typeface="Roboto"/>
              <a:cs typeface="Roboto"/>
              <a:sym typeface="Roboto"/>
            </a:endParaRPr>
          </a:p>
        </p:txBody>
      </p:sp>
      <p:sp>
        <p:nvSpPr>
          <p:cNvPr id="252" name="Google Shape;252;p6"/>
          <p:cNvSpPr txBox="1"/>
          <p:nvPr/>
        </p:nvSpPr>
        <p:spPr>
          <a:xfrm>
            <a:off x="4488873" y="1340643"/>
            <a:ext cx="4403902" cy="2462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CO" sz="1400" u="none" cap="none" strike="noStrike">
                <a:solidFill>
                  <a:srgbClr val="000000"/>
                </a:solidFill>
                <a:latin typeface="Roboto"/>
                <a:ea typeface="Roboto"/>
                <a:cs typeface="Roboto"/>
                <a:sym typeface="Roboto"/>
              </a:rPr>
              <a:t>Algunos de los ejemplos de business exceptions son: ciertos datos de los que depende el proyecto de automatización están incompletos, faltan, están fuera de los límites establecidos o no pasan otra validación de datos criterios.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s-CO" sz="1400" u="none" cap="none" strike="noStrike">
                <a:solidFill>
                  <a:srgbClr val="000000"/>
                </a:solidFill>
                <a:latin typeface="Roboto"/>
                <a:ea typeface="Roboto"/>
                <a:cs typeface="Roboto"/>
                <a:sym typeface="Roboto"/>
              </a:rPr>
              <a:t>Las excepciones de business exception no se generan automáticamente como excepciones del sistema. Deben ser definidos por un desarrollador mediante el uso de Throw Activity y manejados dentro de TryCatch.</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7"/>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258" name="Google Shape;258;p7"/>
          <p:cNvSpPr txBox="1"/>
          <p:nvPr>
            <p:ph idx="4294967295" type="ctrTitle"/>
          </p:nvPr>
        </p:nvSpPr>
        <p:spPr>
          <a:xfrm>
            <a:off x="251225" y="216575"/>
            <a:ext cx="4237648"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ANTES DE COMENZAR</a:t>
            </a:r>
            <a:endParaRPr b="0" i="0" sz="2900" u="none" cap="none" strike="noStrike">
              <a:solidFill>
                <a:schemeClr val="accent1"/>
              </a:solidFill>
              <a:latin typeface="Roboto"/>
              <a:ea typeface="Roboto"/>
              <a:cs typeface="Roboto"/>
              <a:sym typeface="Roboto"/>
            </a:endParaRPr>
          </a:p>
        </p:txBody>
      </p:sp>
      <p:sp>
        <p:nvSpPr>
          <p:cNvPr id="259" name="Google Shape;259;p7"/>
          <p:cNvSpPr txBox="1"/>
          <p:nvPr>
            <p:ph idx="4294967295" type="ctrTitle"/>
          </p:nvPr>
        </p:nvSpPr>
        <p:spPr>
          <a:xfrm>
            <a:off x="251225" y="925125"/>
            <a:ext cx="4106030" cy="353943"/>
          </a:xfrm>
          <a:prstGeom prst="rect">
            <a:avLst/>
          </a:prstGeom>
          <a:noFill/>
          <a:ln>
            <a:noFill/>
          </a:ln>
        </p:spPr>
        <p:txBody>
          <a:bodyPr anchorCtr="0" anchor="t" bIns="0" lIns="0" spcFirstLastPara="1" rIns="0" wrap="square" tIns="0">
            <a:spAutoFit/>
          </a:bodyPr>
          <a:lstStyle/>
          <a:p>
            <a:pPr indent="-412750" lvl="0" marL="457200" marR="0" rtl="0" algn="l">
              <a:lnSpc>
                <a:spcPct val="115000"/>
              </a:lnSpc>
              <a:spcBef>
                <a:spcPts val="0"/>
              </a:spcBef>
              <a:spcAft>
                <a:spcPts val="0"/>
              </a:spcAft>
              <a:buClr>
                <a:schemeClr val="accent1"/>
              </a:buClr>
              <a:buSzPts val="2900"/>
              <a:buFont typeface="Roboto"/>
              <a:buChar char="●"/>
            </a:pPr>
            <a:r>
              <a:rPr b="0" i="0" lang="es-CO" sz="2000" u="none" cap="none" strike="noStrike">
                <a:solidFill>
                  <a:schemeClr val="accent1"/>
                </a:solidFill>
                <a:latin typeface="Roboto"/>
                <a:ea typeface="Roboto"/>
                <a:cs typeface="Roboto"/>
                <a:sym typeface="Roboto"/>
              </a:rPr>
              <a:t>Ejercicio de entendimiento</a:t>
            </a:r>
            <a:endParaRPr/>
          </a:p>
        </p:txBody>
      </p:sp>
      <p:sp>
        <p:nvSpPr>
          <p:cNvPr id="260" name="Google Shape;260;p7"/>
          <p:cNvSpPr txBox="1"/>
          <p:nvPr/>
        </p:nvSpPr>
        <p:spPr>
          <a:xfrm>
            <a:off x="617448" y="1534607"/>
            <a:ext cx="8124769" cy="28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CO" sz="1400" u="none" cap="none" strike="noStrike">
                <a:solidFill>
                  <a:srgbClr val="000000"/>
                </a:solidFill>
                <a:latin typeface="Roboto"/>
                <a:ea typeface="Roboto"/>
                <a:cs typeface="Roboto"/>
                <a:sym typeface="Roboto"/>
              </a:rPr>
              <a:t>Definir si es </a:t>
            </a:r>
            <a:r>
              <a:rPr b="0" i="0" lang="es-CO" sz="1400" u="none" cap="none" strike="noStrike">
                <a:solidFill>
                  <a:srgbClr val="4D8AD2"/>
                </a:solidFill>
                <a:latin typeface="Roboto"/>
                <a:ea typeface="Roboto"/>
                <a:cs typeface="Roboto"/>
                <a:sym typeface="Roboto"/>
              </a:rPr>
              <a:t>Application Exception</a:t>
            </a:r>
            <a:r>
              <a:rPr b="0" i="0" lang="es-CO" sz="1400" u="none" cap="none" strike="noStrike">
                <a:solidFill>
                  <a:srgbClr val="000000"/>
                </a:solidFill>
                <a:latin typeface="Roboto"/>
                <a:ea typeface="Roboto"/>
                <a:cs typeface="Roboto"/>
                <a:sym typeface="Roboto"/>
              </a:rPr>
              <a:t> o </a:t>
            </a:r>
            <a:r>
              <a:rPr b="0" i="0" lang="es-CO" sz="1400" u="none" cap="none" strike="noStrike">
                <a:solidFill>
                  <a:srgbClr val="4D8AD2"/>
                </a:solidFill>
                <a:latin typeface="Roboto"/>
                <a:ea typeface="Roboto"/>
                <a:cs typeface="Roboto"/>
                <a:sym typeface="Roboto"/>
              </a:rPr>
              <a:t>Business Exception</a:t>
            </a:r>
            <a:endParaRPr b="0" i="0" sz="1400" u="none" cap="none" strike="noStrike">
              <a:solidFill>
                <a:srgbClr val="000000"/>
              </a:solidFill>
              <a:latin typeface="Roboto"/>
              <a:ea typeface="Roboto"/>
              <a:cs typeface="Roboto"/>
              <a:sym typeface="Roboto"/>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es-CO" sz="1400" u="none" cap="none" strike="noStrike">
                <a:solidFill>
                  <a:srgbClr val="000000"/>
                </a:solidFill>
                <a:latin typeface="Roboto"/>
                <a:ea typeface="Roboto"/>
                <a:cs typeface="Roboto"/>
                <a:sym typeface="Roboto"/>
              </a:rPr>
              <a:t>Un proyecto que usa una variable sin valor = ¿?</a:t>
            </a:r>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es-CO" sz="1400" u="none" cap="none" strike="noStrike">
                <a:solidFill>
                  <a:srgbClr val="000000"/>
                </a:solidFill>
                <a:latin typeface="Roboto"/>
                <a:ea typeface="Roboto"/>
                <a:cs typeface="Roboto"/>
                <a:sym typeface="Roboto"/>
              </a:rPr>
              <a:t>Datos con códigos de producto incorrectos = ¿?</a:t>
            </a:r>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es-CO" sz="1400" u="none" cap="none" strike="noStrike">
                <a:solidFill>
                  <a:srgbClr val="000000"/>
                </a:solidFill>
                <a:latin typeface="Roboto"/>
                <a:ea typeface="Roboto"/>
                <a:cs typeface="Roboto"/>
                <a:sym typeface="Roboto"/>
              </a:rPr>
              <a:t>Un error originado en un problema técnico = ¿?</a:t>
            </a:r>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es-CO" sz="1400" u="none" cap="none" strike="noStrike">
                <a:solidFill>
                  <a:srgbClr val="000000"/>
                </a:solidFill>
                <a:latin typeface="Roboto"/>
                <a:ea typeface="Roboto"/>
                <a:cs typeface="Roboto"/>
                <a:sym typeface="Roboto"/>
              </a:rPr>
              <a:t>Una URL debe abrirse en un navegador y esa URL no responde = ¿?</a:t>
            </a:r>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es-CO" sz="1400" u="none" cap="none" strike="noStrike">
                <a:solidFill>
                  <a:srgbClr val="000000"/>
                </a:solidFill>
                <a:latin typeface="Roboto"/>
                <a:ea typeface="Roboto"/>
                <a:cs typeface="Roboto"/>
                <a:sym typeface="Roboto"/>
              </a:rPr>
              <a:t>Las excepciones definidas por el desarrollador = ¿?</a:t>
            </a:r>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es-CO" sz="1400" u="none" cap="none" strike="noStrike">
                <a:solidFill>
                  <a:srgbClr val="000000"/>
                </a:solidFill>
                <a:latin typeface="Roboto"/>
                <a:ea typeface="Roboto"/>
                <a:cs typeface="Roboto"/>
                <a:sym typeface="Roboto"/>
              </a:rPr>
              <a:t>Un error basado en que faltan ciertos datos o están incompletos = ¿</a:t>
            </a:r>
            <a:r>
              <a:rPr b="0" i="0" lang="es-CO" sz="1400" u="none" cap="none" strike="noStrike">
                <a:solidFill>
                  <a:schemeClr val="dk1"/>
                </a:solidFill>
                <a:latin typeface="Roboto"/>
                <a:ea typeface="Roboto"/>
                <a:cs typeface="Roboto"/>
                <a:sym typeface="Roboto"/>
              </a:rPr>
              <a:t>?</a:t>
            </a:r>
            <a:endParaRPr b="0" i="0" sz="1400" u="none" cap="none" strike="noStrike">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8"/>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266" name="Google Shape;266;p8"/>
          <p:cNvSpPr txBox="1"/>
          <p:nvPr>
            <p:ph idx="4294967295" type="ctrTitle"/>
          </p:nvPr>
        </p:nvSpPr>
        <p:spPr>
          <a:xfrm>
            <a:off x="251225" y="216575"/>
            <a:ext cx="4237648"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ANTES DE COMENZAR</a:t>
            </a:r>
            <a:endParaRPr b="0" i="0" sz="2900" u="none" cap="none" strike="noStrike">
              <a:solidFill>
                <a:schemeClr val="accent1"/>
              </a:solidFill>
              <a:latin typeface="Roboto"/>
              <a:ea typeface="Roboto"/>
              <a:cs typeface="Roboto"/>
              <a:sym typeface="Roboto"/>
            </a:endParaRPr>
          </a:p>
        </p:txBody>
      </p:sp>
      <p:sp>
        <p:nvSpPr>
          <p:cNvPr id="267" name="Google Shape;267;p8"/>
          <p:cNvSpPr txBox="1"/>
          <p:nvPr>
            <p:ph idx="4294967295" type="ctrTitle"/>
          </p:nvPr>
        </p:nvSpPr>
        <p:spPr>
          <a:xfrm>
            <a:off x="251225" y="925125"/>
            <a:ext cx="4106030" cy="353943"/>
          </a:xfrm>
          <a:prstGeom prst="rect">
            <a:avLst/>
          </a:prstGeom>
          <a:noFill/>
          <a:ln>
            <a:noFill/>
          </a:ln>
        </p:spPr>
        <p:txBody>
          <a:bodyPr anchorCtr="0" anchor="t" bIns="0" lIns="0" spcFirstLastPara="1" rIns="0" wrap="square" tIns="0">
            <a:spAutoFit/>
          </a:bodyPr>
          <a:lstStyle/>
          <a:p>
            <a:pPr indent="-412750" lvl="0" marL="457200" marR="0" rtl="0" algn="l">
              <a:lnSpc>
                <a:spcPct val="115000"/>
              </a:lnSpc>
              <a:spcBef>
                <a:spcPts val="0"/>
              </a:spcBef>
              <a:spcAft>
                <a:spcPts val="0"/>
              </a:spcAft>
              <a:buClr>
                <a:schemeClr val="accent1"/>
              </a:buClr>
              <a:buSzPts val="2900"/>
              <a:buFont typeface="Roboto"/>
              <a:buChar char="●"/>
            </a:pPr>
            <a:r>
              <a:rPr b="0" i="0" lang="es-CO" sz="2000" u="none" cap="none" strike="noStrike">
                <a:solidFill>
                  <a:schemeClr val="accent1"/>
                </a:solidFill>
                <a:latin typeface="Roboto"/>
                <a:ea typeface="Roboto"/>
                <a:cs typeface="Roboto"/>
                <a:sym typeface="Roboto"/>
              </a:rPr>
              <a:t>Ejercicio de entendimiento</a:t>
            </a:r>
            <a:endParaRPr/>
          </a:p>
        </p:txBody>
      </p:sp>
      <p:sp>
        <p:nvSpPr>
          <p:cNvPr id="268" name="Google Shape;268;p8"/>
          <p:cNvSpPr txBox="1"/>
          <p:nvPr/>
        </p:nvSpPr>
        <p:spPr>
          <a:xfrm>
            <a:off x="617448" y="1534607"/>
            <a:ext cx="8124769" cy="28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CO" sz="1400" u="none" cap="none" strike="noStrike">
                <a:solidFill>
                  <a:srgbClr val="000000"/>
                </a:solidFill>
                <a:latin typeface="Roboto"/>
                <a:ea typeface="Roboto"/>
                <a:cs typeface="Roboto"/>
                <a:sym typeface="Roboto"/>
              </a:rPr>
              <a:t>Definir si es </a:t>
            </a:r>
            <a:r>
              <a:rPr b="0" i="0" lang="es-CO" sz="1400" u="none" cap="none" strike="noStrike">
                <a:solidFill>
                  <a:srgbClr val="4D8AD2"/>
                </a:solidFill>
                <a:latin typeface="Roboto"/>
                <a:ea typeface="Roboto"/>
                <a:cs typeface="Roboto"/>
                <a:sym typeface="Roboto"/>
              </a:rPr>
              <a:t>Application Exception</a:t>
            </a:r>
            <a:r>
              <a:rPr b="0" i="0" lang="es-CO" sz="1400" u="none" cap="none" strike="noStrike">
                <a:solidFill>
                  <a:srgbClr val="000000"/>
                </a:solidFill>
                <a:latin typeface="Roboto"/>
                <a:ea typeface="Roboto"/>
                <a:cs typeface="Roboto"/>
                <a:sym typeface="Roboto"/>
              </a:rPr>
              <a:t> o </a:t>
            </a:r>
            <a:r>
              <a:rPr b="0" i="0" lang="es-CO" sz="1400" u="none" cap="none" strike="noStrike">
                <a:solidFill>
                  <a:srgbClr val="4D8AD2"/>
                </a:solidFill>
                <a:latin typeface="Roboto"/>
                <a:ea typeface="Roboto"/>
                <a:cs typeface="Roboto"/>
                <a:sym typeface="Roboto"/>
              </a:rPr>
              <a:t>Business Exception</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es-CO" sz="1400" u="none" cap="none" strike="noStrike">
                <a:solidFill>
                  <a:srgbClr val="000000"/>
                </a:solidFill>
                <a:latin typeface="Roboto"/>
                <a:ea typeface="Roboto"/>
                <a:cs typeface="Roboto"/>
                <a:sym typeface="Roboto"/>
              </a:rPr>
              <a:t>Un proyecto que usa una variable sin valor = </a:t>
            </a:r>
            <a:r>
              <a:rPr b="0" i="0" lang="es-CO" sz="1400" u="none" cap="none" strike="noStrike">
                <a:solidFill>
                  <a:srgbClr val="4D8AD2"/>
                </a:solidFill>
                <a:latin typeface="Roboto"/>
                <a:ea typeface="Roboto"/>
                <a:cs typeface="Roboto"/>
                <a:sym typeface="Roboto"/>
              </a:rPr>
              <a:t>Application Exception</a:t>
            </a:r>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es-CO" sz="1400" u="none" cap="none" strike="noStrike">
                <a:solidFill>
                  <a:srgbClr val="000000"/>
                </a:solidFill>
                <a:latin typeface="Roboto"/>
                <a:ea typeface="Roboto"/>
                <a:cs typeface="Roboto"/>
                <a:sym typeface="Roboto"/>
              </a:rPr>
              <a:t>Datos con códigos de producto incorrectos = </a:t>
            </a:r>
            <a:r>
              <a:rPr b="0" i="0" lang="es-CO" sz="1400" u="none" cap="none" strike="noStrike">
                <a:solidFill>
                  <a:srgbClr val="4D8AD2"/>
                </a:solidFill>
                <a:latin typeface="Roboto"/>
                <a:ea typeface="Roboto"/>
                <a:cs typeface="Roboto"/>
                <a:sym typeface="Roboto"/>
              </a:rPr>
              <a:t>Business Exception</a:t>
            </a:r>
            <a:endParaRPr b="0" i="0" sz="1400" u="none" cap="none" strike="noStrike">
              <a:solidFill>
                <a:srgbClr val="000000"/>
              </a:solidFill>
              <a:latin typeface="Roboto"/>
              <a:ea typeface="Roboto"/>
              <a:cs typeface="Roboto"/>
              <a:sym typeface="Roboto"/>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es-CO" sz="1400" u="none" cap="none" strike="noStrike">
                <a:solidFill>
                  <a:srgbClr val="000000"/>
                </a:solidFill>
                <a:latin typeface="Roboto"/>
                <a:ea typeface="Roboto"/>
                <a:cs typeface="Roboto"/>
                <a:sym typeface="Roboto"/>
              </a:rPr>
              <a:t>Un error originado en un problema técnico = </a:t>
            </a:r>
            <a:r>
              <a:rPr b="0" i="0" lang="es-CO" sz="1400" u="none" cap="none" strike="noStrike">
                <a:solidFill>
                  <a:srgbClr val="4D8AD2"/>
                </a:solidFill>
                <a:latin typeface="Roboto"/>
                <a:ea typeface="Roboto"/>
                <a:cs typeface="Roboto"/>
                <a:sym typeface="Roboto"/>
              </a:rPr>
              <a:t>Application Exception</a:t>
            </a:r>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es-CO" sz="1400" u="none" cap="none" strike="noStrike">
                <a:solidFill>
                  <a:srgbClr val="000000"/>
                </a:solidFill>
                <a:latin typeface="Roboto"/>
                <a:ea typeface="Roboto"/>
                <a:cs typeface="Roboto"/>
                <a:sym typeface="Roboto"/>
              </a:rPr>
              <a:t>Una URL debe abrirse en un navegador y esa URL no responde = </a:t>
            </a:r>
            <a:r>
              <a:rPr b="0" i="0" lang="es-CO" sz="1400" u="none" cap="none" strike="noStrike">
                <a:solidFill>
                  <a:srgbClr val="4D8AD2"/>
                </a:solidFill>
                <a:latin typeface="Roboto"/>
                <a:ea typeface="Roboto"/>
                <a:cs typeface="Roboto"/>
                <a:sym typeface="Roboto"/>
              </a:rPr>
              <a:t>Application Exception</a:t>
            </a:r>
            <a:endParaRPr b="0" i="0" sz="1400" u="none" cap="none" strike="noStrike">
              <a:solidFill>
                <a:srgbClr val="000000"/>
              </a:solidFill>
              <a:latin typeface="Roboto"/>
              <a:ea typeface="Roboto"/>
              <a:cs typeface="Roboto"/>
              <a:sym typeface="Roboto"/>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es-CO" sz="1400" u="none" cap="none" strike="noStrike">
                <a:solidFill>
                  <a:srgbClr val="000000"/>
                </a:solidFill>
                <a:latin typeface="Roboto"/>
                <a:ea typeface="Roboto"/>
                <a:cs typeface="Roboto"/>
                <a:sym typeface="Roboto"/>
              </a:rPr>
              <a:t>Las excepciones definidas por el desarrollador = </a:t>
            </a:r>
            <a:r>
              <a:rPr b="0" i="0" lang="es-CO" sz="1400" u="none" cap="none" strike="noStrike">
                <a:solidFill>
                  <a:srgbClr val="4D8AD2"/>
                </a:solidFill>
                <a:latin typeface="Roboto"/>
                <a:ea typeface="Roboto"/>
                <a:cs typeface="Roboto"/>
                <a:sym typeface="Roboto"/>
              </a:rPr>
              <a:t>Business Exception</a:t>
            </a:r>
            <a:endParaRPr b="0" i="0" sz="1400" u="none" cap="none" strike="noStrike">
              <a:solidFill>
                <a:srgbClr val="000000"/>
              </a:solidFill>
              <a:latin typeface="Roboto"/>
              <a:ea typeface="Roboto"/>
              <a:cs typeface="Roboto"/>
              <a:sym typeface="Roboto"/>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es-CO" sz="1400" u="none" cap="none" strike="noStrike">
                <a:solidFill>
                  <a:srgbClr val="000000"/>
                </a:solidFill>
                <a:latin typeface="Roboto"/>
                <a:ea typeface="Roboto"/>
                <a:cs typeface="Roboto"/>
                <a:sym typeface="Roboto"/>
              </a:rPr>
              <a:t>Un error basado en que faltan ciertos datos o están incompletos = </a:t>
            </a:r>
            <a:r>
              <a:rPr b="0" i="0" lang="es-CO" sz="1400" u="none" cap="none" strike="noStrike">
                <a:solidFill>
                  <a:srgbClr val="4D8AD2"/>
                </a:solidFill>
                <a:latin typeface="Roboto"/>
                <a:ea typeface="Roboto"/>
                <a:cs typeface="Roboto"/>
                <a:sym typeface="Roboto"/>
              </a:rPr>
              <a:t>Business Exception</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9"/>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274" name="Google Shape;274;p9"/>
          <p:cNvSpPr txBox="1"/>
          <p:nvPr/>
        </p:nvSpPr>
        <p:spPr>
          <a:xfrm>
            <a:off x="624375" y="1633031"/>
            <a:ext cx="8124769" cy="18774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CO" sz="2900" u="none" cap="none" strike="noStrike">
                <a:solidFill>
                  <a:schemeClr val="accent1"/>
                </a:solidFill>
                <a:latin typeface="Roboto"/>
                <a:ea typeface="Roboto"/>
                <a:cs typeface="Roboto"/>
                <a:sym typeface="Roboto"/>
              </a:rPr>
              <a:t>Ahora que hemos entendido los tipos de excepciones comunes, aprendamos sobre las diversas técnicas de manejo de excepciones en UiPath Studio.</a:t>
            </a:r>
            <a:endParaRPr b="0" i="0" sz="2900" u="none" cap="none" strike="noStrike">
              <a:solidFill>
                <a:schemeClr val="accent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0"/>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280" name="Google Shape;280;p10"/>
          <p:cNvSpPr txBox="1"/>
          <p:nvPr>
            <p:ph idx="4294967295" type="ctrTitle"/>
          </p:nvPr>
        </p:nvSpPr>
        <p:spPr>
          <a:xfrm>
            <a:off x="251225" y="216575"/>
            <a:ext cx="4750266"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MANEJO DE EXCEPCIONES</a:t>
            </a:r>
            <a:endParaRPr b="0" i="0" sz="2900" u="none" cap="none" strike="noStrike">
              <a:solidFill>
                <a:schemeClr val="accent1"/>
              </a:solidFill>
              <a:latin typeface="Roboto"/>
              <a:ea typeface="Roboto"/>
              <a:cs typeface="Roboto"/>
              <a:sym typeface="Roboto"/>
            </a:endParaRPr>
          </a:p>
        </p:txBody>
      </p:sp>
      <p:sp>
        <p:nvSpPr>
          <p:cNvPr id="281" name="Google Shape;281;p10"/>
          <p:cNvSpPr txBox="1"/>
          <p:nvPr>
            <p:ph idx="4294967295" type="ctrTitle"/>
          </p:nvPr>
        </p:nvSpPr>
        <p:spPr>
          <a:xfrm>
            <a:off x="251225" y="925125"/>
            <a:ext cx="3271484" cy="353943"/>
          </a:xfrm>
          <a:prstGeom prst="rect">
            <a:avLst/>
          </a:prstGeom>
          <a:noFill/>
          <a:ln>
            <a:noFill/>
          </a:ln>
        </p:spPr>
        <p:txBody>
          <a:bodyPr anchorCtr="0" anchor="t" bIns="0" lIns="0" spcFirstLastPara="1" rIns="0" wrap="square" tIns="0">
            <a:spAutoFit/>
          </a:bodyPr>
          <a:lstStyle/>
          <a:p>
            <a:pPr indent="-412750" lvl="0" marL="457200" marR="0" rtl="0" algn="l">
              <a:lnSpc>
                <a:spcPct val="115000"/>
              </a:lnSpc>
              <a:spcBef>
                <a:spcPts val="0"/>
              </a:spcBef>
              <a:spcAft>
                <a:spcPts val="0"/>
              </a:spcAft>
              <a:buClr>
                <a:schemeClr val="accent1"/>
              </a:buClr>
              <a:buSzPts val="2900"/>
              <a:buFont typeface="Roboto"/>
              <a:buChar char="●"/>
            </a:pPr>
            <a:r>
              <a:rPr b="0" i="0" lang="es-CO" sz="2000" u="none" cap="none" strike="noStrike">
                <a:solidFill>
                  <a:schemeClr val="accent1"/>
                </a:solidFill>
                <a:latin typeface="Roboto"/>
                <a:ea typeface="Roboto"/>
                <a:cs typeface="Roboto"/>
                <a:sym typeface="Roboto"/>
              </a:rPr>
              <a:t>TryCatch</a:t>
            </a:r>
            <a:endParaRPr/>
          </a:p>
        </p:txBody>
      </p:sp>
      <p:sp>
        <p:nvSpPr>
          <p:cNvPr id="282" name="Google Shape;282;p10"/>
          <p:cNvSpPr txBox="1"/>
          <p:nvPr/>
        </p:nvSpPr>
        <p:spPr>
          <a:xfrm>
            <a:off x="865908" y="3026846"/>
            <a:ext cx="373380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CO" sz="1400" u="sng" cap="none" strike="noStrike">
                <a:solidFill>
                  <a:srgbClr val="000000"/>
                </a:solidFill>
                <a:latin typeface="Roboto"/>
                <a:ea typeface="Roboto"/>
                <a:cs typeface="Roboto"/>
                <a:sym typeface="Roboto"/>
              </a:rPr>
              <a:t>Try:</a:t>
            </a:r>
            <a:r>
              <a:rPr b="0" i="0" lang="es-CO" sz="1400" u="none" cap="none" strike="noStrike">
                <a:solidFill>
                  <a:srgbClr val="000000"/>
                </a:solidFill>
                <a:latin typeface="Roboto"/>
                <a:ea typeface="Roboto"/>
                <a:cs typeface="Roboto"/>
                <a:sym typeface="Roboto"/>
              </a:rPr>
              <a:t> Las actividades realizadas que tienen la posibilidad de arrojar un error.</a:t>
            </a:r>
            <a:endParaRPr/>
          </a:p>
        </p:txBody>
      </p:sp>
      <p:sp>
        <p:nvSpPr>
          <p:cNvPr id="283" name="Google Shape;283;p10"/>
          <p:cNvSpPr txBox="1"/>
          <p:nvPr/>
        </p:nvSpPr>
        <p:spPr>
          <a:xfrm>
            <a:off x="865908" y="1593435"/>
            <a:ext cx="4051149"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CO" sz="1400" u="none" cap="none" strike="noStrike">
                <a:solidFill>
                  <a:srgbClr val="000000"/>
                </a:solidFill>
                <a:latin typeface="Roboto"/>
                <a:ea typeface="Roboto"/>
                <a:cs typeface="Roboto"/>
                <a:sym typeface="Roboto"/>
              </a:rPr>
              <a:t>La actividad TryCatch detecta un tipo de excepción específico en una secuencia o actividad y muestra una notificación de error o la descarta y continúa la ejecución.</a:t>
            </a:r>
            <a:endParaRPr/>
          </a:p>
        </p:txBody>
      </p:sp>
      <p:pic>
        <p:nvPicPr>
          <p:cNvPr id="284" name="Google Shape;284;p10"/>
          <p:cNvPicPr preferRelativeResize="0"/>
          <p:nvPr/>
        </p:nvPicPr>
        <p:blipFill rotWithShape="1">
          <a:blip r:embed="rId3">
            <a:alphaModFix/>
          </a:blip>
          <a:srcRect b="0" l="0" r="0" t="0"/>
          <a:stretch/>
        </p:blipFill>
        <p:spPr>
          <a:xfrm>
            <a:off x="4917057" y="925125"/>
            <a:ext cx="4002658" cy="364024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1"/>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290" name="Google Shape;290;p11"/>
          <p:cNvSpPr txBox="1"/>
          <p:nvPr>
            <p:ph idx="4294967295" type="ctrTitle"/>
          </p:nvPr>
        </p:nvSpPr>
        <p:spPr>
          <a:xfrm>
            <a:off x="251225" y="216575"/>
            <a:ext cx="4750266"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MANEJO DE EXCEPCIONES</a:t>
            </a:r>
            <a:endParaRPr b="0" i="0" sz="2900" u="none" cap="none" strike="noStrike">
              <a:solidFill>
                <a:schemeClr val="accent1"/>
              </a:solidFill>
              <a:latin typeface="Roboto"/>
              <a:ea typeface="Roboto"/>
              <a:cs typeface="Roboto"/>
              <a:sym typeface="Roboto"/>
            </a:endParaRPr>
          </a:p>
        </p:txBody>
      </p:sp>
      <p:sp>
        <p:nvSpPr>
          <p:cNvPr id="291" name="Google Shape;291;p11"/>
          <p:cNvSpPr txBox="1"/>
          <p:nvPr>
            <p:ph idx="4294967295" type="ctrTitle"/>
          </p:nvPr>
        </p:nvSpPr>
        <p:spPr>
          <a:xfrm>
            <a:off x="251225" y="925125"/>
            <a:ext cx="3271484" cy="353943"/>
          </a:xfrm>
          <a:prstGeom prst="rect">
            <a:avLst/>
          </a:prstGeom>
          <a:noFill/>
          <a:ln>
            <a:noFill/>
          </a:ln>
        </p:spPr>
        <p:txBody>
          <a:bodyPr anchorCtr="0" anchor="t" bIns="0" lIns="0" spcFirstLastPara="1" rIns="0" wrap="square" tIns="0">
            <a:spAutoFit/>
          </a:bodyPr>
          <a:lstStyle/>
          <a:p>
            <a:pPr indent="-412750" lvl="0" marL="457200" marR="0" rtl="0" algn="l">
              <a:lnSpc>
                <a:spcPct val="115000"/>
              </a:lnSpc>
              <a:spcBef>
                <a:spcPts val="0"/>
              </a:spcBef>
              <a:spcAft>
                <a:spcPts val="0"/>
              </a:spcAft>
              <a:buClr>
                <a:schemeClr val="accent1"/>
              </a:buClr>
              <a:buSzPts val="2900"/>
              <a:buFont typeface="Roboto"/>
              <a:buChar char="●"/>
            </a:pPr>
            <a:r>
              <a:rPr b="0" i="0" lang="es-CO" sz="2000" u="none" cap="none" strike="noStrike">
                <a:solidFill>
                  <a:schemeClr val="accent1"/>
                </a:solidFill>
                <a:latin typeface="Roboto"/>
                <a:ea typeface="Roboto"/>
                <a:cs typeface="Roboto"/>
                <a:sym typeface="Roboto"/>
              </a:rPr>
              <a:t>TryCatch</a:t>
            </a:r>
            <a:endParaRPr/>
          </a:p>
        </p:txBody>
      </p:sp>
      <p:sp>
        <p:nvSpPr>
          <p:cNvPr id="292" name="Google Shape;292;p11"/>
          <p:cNvSpPr txBox="1"/>
          <p:nvPr/>
        </p:nvSpPr>
        <p:spPr>
          <a:xfrm>
            <a:off x="571708" y="2302537"/>
            <a:ext cx="4314253"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CO" sz="1400" u="sng" cap="none" strike="noStrike">
                <a:solidFill>
                  <a:srgbClr val="000000"/>
                </a:solidFill>
                <a:latin typeface="Roboto"/>
                <a:ea typeface="Roboto"/>
                <a:cs typeface="Roboto"/>
                <a:sym typeface="Roboto"/>
              </a:rPr>
              <a:t>Catch:</a:t>
            </a:r>
            <a:r>
              <a:rPr b="0" i="0" lang="es-CO" sz="1400" u="none" cap="none" strike="noStrike">
                <a:solidFill>
                  <a:srgbClr val="000000"/>
                </a:solidFill>
                <a:latin typeface="Roboto"/>
                <a:ea typeface="Roboto"/>
                <a:cs typeface="Roboto"/>
                <a:sym typeface="Roboto"/>
              </a:rPr>
              <a:t> La actividad o conjunto de actividades a realizar cuando ocurre una excepción.</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a:p>
            <a:pPr indent="0" lvl="2" marL="0" marR="0" rtl="0" algn="l">
              <a:lnSpc>
                <a:spcPct val="100000"/>
              </a:lnSpc>
              <a:spcBef>
                <a:spcPts val="0"/>
              </a:spcBef>
              <a:spcAft>
                <a:spcPts val="0"/>
              </a:spcAft>
              <a:buNone/>
            </a:pPr>
            <a:r>
              <a:rPr b="0" i="1" lang="es-CO" sz="1200" u="none" cap="none" strike="noStrike">
                <a:solidFill>
                  <a:srgbClr val="000000"/>
                </a:solidFill>
                <a:latin typeface="Roboto"/>
                <a:ea typeface="Roboto"/>
                <a:cs typeface="Roboto"/>
                <a:sym typeface="Roboto"/>
              </a:rPr>
              <a:t>Nota: Puede agregar múltiples excepciones y actividades.</a:t>
            </a:r>
            <a:endParaRPr/>
          </a:p>
        </p:txBody>
      </p:sp>
      <p:pic>
        <p:nvPicPr>
          <p:cNvPr id="293" name="Google Shape;293;p11"/>
          <p:cNvPicPr preferRelativeResize="0"/>
          <p:nvPr/>
        </p:nvPicPr>
        <p:blipFill rotWithShape="1">
          <a:blip r:embed="rId3">
            <a:alphaModFix/>
          </a:blip>
          <a:srcRect b="0" l="0" r="0" t="0"/>
          <a:stretch/>
        </p:blipFill>
        <p:spPr>
          <a:xfrm>
            <a:off x="5253488" y="842103"/>
            <a:ext cx="2932980" cy="384419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2"/>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299" name="Google Shape;299;p12"/>
          <p:cNvSpPr txBox="1"/>
          <p:nvPr>
            <p:ph idx="4294967295" type="ctrTitle"/>
          </p:nvPr>
        </p:nvSpPr>
        <p:spPr>
          <a:xfrm>
            <a:off x="251225" y="216575"/>
            <a:ext cx="4750266"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MANEJO DE EXCEPCIONES</a:t>
            </a:r>
            <a:endParaRPr b="0" i="0" sz="2900" u="none" cap="none" strike="noStrike">
              <a:solidFill>
                <a:schemeClr val="accent1"/>
              </a:solidFill>
              <a:latin typeface="Roboto"/>
              <a:ea typeface="Roboto"/>
              <a:cs typeface="Roboto"/>
              <a:sym typeface="Roboto"/>
            </a:endParaRPr>
          </a:p>
        </p:txBody>
      </p:sp>
      <p:sp>
        <p:nvSpPr>
          <p:cNvPr id="300" name="Google Shape;300;p12"/>
          <p:cNvSpPr txBox="1"/>
          <p:nvPr>
            <p:ph idx="4294967295" type="ctrTitle"/>
          </p:nvPr>
        </p:nvSpPr>
        <p:spPr>
          <a:xfrm>
            <a:off x="251225" y="925125"/>
            <a:ext cx="3271484" cy="353943"/>
          </a:xfrm>
          <a:prstGeom prst="rect">
            <a:avLst/>
          </a:prstGeom>
          <a:noFill/>
          <a:ln>
            <a:noFill/>
          </a:ln>
        </p:spPr>
        <p:txBody>
          <a:bodyPr anchorCtr="0" anchor="t" bIns="0" lIns="0" spcFirstLastPara="1" rIns="0" wrap="square" tIns="0">
            <a:spAutoFit/>
          </a:bodyPr>
          <a:lstStyle/>
          <a:p>
            <a:pPr indent="-412750" lvl="0" marL="457200" marR="0" rtl="0" algn="l">
              <a:lnSpc>
                <a:spcPct val="115000"/>
              </a:lnSpc>
              <a:spcBef>
                <a:spcPts val="0"/>
              </a:spcBef>
              <a:spcAft>
                <a:spcPts val="0"/>
              </a:spcAft>
              <a:buClr>
                <a:schemeClr val="accent1"/>
              </a:buClr>
              <a:buSzPts val="2900"/>
              <a:buFont typeface="Roboto"/>
              <a:buChar char="●"/>
            </a:pPr>
            <a:r>
              <a:rPr b="0" i="0" lang="es-CO" sz="2000" u="none" cap="none" strike="noStrike">
                <a:solidFill>
                  <a:schemeClr val="accent1"/>
                </a:solidFill>
                <a:latin typeface="Roboto"/>
                <a:ea typeface="Roboto"/>
                <a:cs typeface="Roboto"/>
                <a:sym typeface="Roboto"/>
              </a:rPr>
              <a:t>TryCatch</a:t>
            </a:r>
            <a:endParaRPr/>
          </a:p>
        </p:txBody>
      </p:sp>
      <p:sp>
        <p:nvSpPr>
          <p:cNvPr id="301" name="Google Shape;301;p12"/>
          <p:cNvSpPr txBox="1"/>
          <p:nvPr/>
        </p:nvSpPr>
        <p:spPr>
          <a:xfrm>
            <a:off x="597589" y="1771531"/>
            <a:ext cx="4403902"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CO" sz="1400" u="sng" cap="none" strike="noStrike">
                <a:solidFill>
                  <a:srgbClr val="000000"/>
                </a:solidFill>
                <a:latin typeface="Roboto"/>
                <a:ea typeface="Roboto"/>
                <a:cs typeface="Roboto"/>
                <a:sym typeface="Roboto"/>
              </a:rPr>
              <a:t>Finally:</a:t>
            </a:r>
            <a:r>
              <a:rPr b="0" i="0" lang="es-CO" sz="1400" u="none" cap="none" strike="noStrike">
                <a:solidFill>
                  <a:srgbClr val="000000"/>
                </a:solidFill>
                <a:latin typeface="Roboto"/>
                <a:ea typeface="Roboto"/>
                <a:cs typeface="Roboto"/>
                <a:sym typeface="Roboto"/>
              </a:rPr>
              <a:t> La actividad o conjunto de actividades que se realizarán después de que se ejecuten los bloques Try y Catches.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s-CO" sz="1400" u="none" cap="none" strike="noStrike">
                <a:solidFill>
                  <a:srgbClr val="000000"/>
                </a:solidFill>
                <a:latin typeface="Roboto"/>
                <a:ea typeface="Roboto"/>
                <a:cs typeface="Roboto"/>
                <a:sym typeface="Roboto"/>
              </a:rPr>
              <a:t>Esta sección se ejecuta solo cuando no se lanzan excepciones o cuando ocurre un error y se captura en el bloque Catches (sin Rethrow).</a:t>
            </a:r>
            <a:endParaRPr b="0" i="0" sz="1400" u="sng" cap="none" strike="noStrike">
              <a:solidFill>
                <a:srgbClr val="000000"/>
              </a:solidFill>
              <a:latin typeface="Roboto"/>
              <a:ea typeface="Roboto"/>
              <a:cs typeface="Roboto"/>
              <a:sym typeface="Roboto"/>
            </a:endParaRPr>
          </a:p>
        </p:txBody>
      </p:sp>
      <p:pic>
        <p:nvPicPr>
          <p:cNvPr id="302" name="Google Shape;302;p12"/>
          <p:cNvPicPr preferRelativeResize="0"/>
          <p:nvPr/>
        </p:nvPicPr>
        <p:blipFill rotWithShape="1">
          <a:blip r:embed="rId3">
            <a:alphaModFix/>
          </a:blip>
          <a:srcRect b="0" l="0" r="0" t="0"/>
          <a:stretch/>
        </p:blipFill>
        <p:spPr>
          <a:xfrm>
            <a:off x="5353688" y="925125"/>
            <a:ext cx="3175470" cy="360368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3"/>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308" name="Google Shape;308;p13"/>
          <p:cNvSpPr txBox="1"/>
          <p:nvPr>
            <p:ph idx="4294967295" type="ctrTitle"/>
          </p:nvPr>
        </p:nvSpPr>
        <p:spPr>
          <a:xfrm>
            <a:off x="251225" y="216575"/>
            <a:ext cx="4750266"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MANEJO DE EXCEPCIONES</a:t>
            </a:r>
            <a:endParaRPr b="0" i="0" sz="2900" u="none" cap="none" strike="noStrike">
              <a:solidFill>
                <a:schemeClr val="accent1"/>
              </a:solidFill>
              <a:latin typeface="Roboto"/>
              <a:ea typeface="Roboto"/>
              <a:cs typeface="Roboto"/>
              <a:sym typeface="Roboto"/>
            </a:endParaRPr>
          </a:p>
        </p:txBody>
      </p:sp>
      <p:sp>
        <p:nvSpPr>
          <p:cNvPr id="309" name="Google Shape;309;p13"/>
          <p:cNvSpPr txBox="1"/>
          <p:nvPr>
            <p:ph idx="4294967295" type="ctrTitle"/>
          </p:nvPr>
        </p:nvSpPr>
        <p:spPr>
          <a:xfrm>
            <a:off x="251225" y="925125"/>
            <a:ext cx="3271484" cy="353943"/>
          </a:xfrm>
          <a:prstGeom prst="rect">
            <a:avLst/>
          </a:prstGeom>
          <a:noFill/>
          <a:ln>
            <a:noFill/>
          </a:ln>
        </p:spPr>
        <p:txBody>
          <a:bodyPr anchorCtr="0" anchor="t" bIns="0" lIns="0" spcFirstLastPara="1" rIns="0" wrap="square" tIns="0">
            <a:spAutoFit/>
          </a:bodyPr>
          <a:lstStyle/>
          <a:p>
            <a:pPr indent="-412750" lvl="0" marL="457200" marR="0" rtl="0" algn="l">
              <a:lnSpc>
                <a:spcPct val="115000"/>
              </a:lnSpc>
              <a:spcBef>
                <a:spcPts val="0"/>
              </a:spcBef>
              <a:spcAft>
                <a:spcPts val="0"/>
              </a:spcAft>
              <a:buClr>
                <a:schemeClr val="accent1"/>
              </a:buClr>
              <a:buSzPts val="2900"/>
              <a:buFont typeface="Roboto"/>
              <a:buChar char="●"/>
            </a:pPr>
            <a:r>
              <a:rPr b="0" i="0" lang="es-CO" sz="2000" u="none" cap="none" strike="noStrike">
                <a:solidFill>
                  <a:schemeClr val="accent1"/>
                </a:solidFill>
                <a:latin typeface="Roboto"/>
                <a:ea typeface="Roboto"/>
                <a:cs typeface="Roboto"/>
                <a:sym typeface="Roboto"/>
              </a:rPr>
              <a:t>TryCatch</a:t>
            </a:r>
            <a:endParaRPr/>
          </a:p>
        </p:txBody>
      </p:sp>
      <p:sp>
        <p:nvSpPr>
          <p:cNvPr id="310" name="Google Shape;310;p13"/>
          <p:cNvSpPr txBox="1"/>
          <p:nvPr/>
        </p:nvSpPr>
        <p:spPr>
          <a:xfrm>
            <a:off x="591836" y="1877814"/>
            <a:ext cx="3448200"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CO" sz="1400" u="none" cap="none" strike="noStrike">
                <a:solidFill>
                  <a:srgbClr val="000000"/>
                </a:solidFill>
                <a:latin typeface="Roboto"/>
                <a:ea typeface="Roboto"/>
                <a:cs typeface="Roboto"/>
                <a:sym typeface="Roboto"/>
              </a:rPr>
              <a:t>Throw</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s-CO" sz="1400" u="none" cap="none" strike="noStrike">
                <a:solidFill>
                  <a:srgbClr val="000000"/>
                </a:solidFill>
                <a:latin typeface="Roboto"/>
                <a:ea typeface="Roboto"/>
                <a:cs typeface="Roboto"/>
                <a:sym typeface="Roboto"/>
              </a:rPr>
              <a:t>Throw se utiliza cuando se desea generar una excepción en un momento específico.</a:t>
            </a:r>
            <a:endParaRPr/>
          </a:p>
        </p:txBody>
      </p:sp>
      <p:sp>
        <p:nvSpPr>
          <p:cNvPr id="311" name="Google Shape;311;p13"/>
          <p:cNvSpPr txBox="1"/>
          <p:nvPr/>
        </p:nvSpPr>
        <p:spPr>
          <a:xfrm>
            <a:off x="5103966" y="1877813"/>
            <a:ext cx="3448200"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CO" sz="1400" u="none" cap="none" strike="noStrike">
                <a:solidFill>
                  <a:srgbClr val="000000"/>
                </a:solidFill>
                <a:latin typeface="Roboto"/>
                <a:ea typeface="Roboto"/>
                <a:cs typeface="Roboto"/>
                <a:sym typeface="Roboto"/>
              </a:rPr>
              <a:t>Retrhow</a:t>
            </a:r>
            <a:endParaRPr b="1"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s-CO" sz="1400" u="none" cap="none" strike="noStrike">
                <a:solidFill>
                  <a:srgbClr val="000000"/>
                </a:solidFill>
                <a:latin typeface="Roboto"/>
                <a:ea typeface="Roboto"/>
                <a:cs typeface="Roboto"/>
                <a:sym typeface="Roboto"/>
              </a:rPr>
              <a:t>Rethrow se utiliza cuando se desea realizar ciertas actividades antes de que se produzca la excepción.</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4"/>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317" name="Google Shape;317;p14"/>
          <p:cNvSpPr txBox="1"/>
          <p:nvPr/>
        </p:nvSpPr>
        <p:spPr>
          <a:xfrm>
            <a:off x="624375" y="1986714"/>
            <a:ext cx="8124769" cy="98488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CO" sz="2900" u="none" cap="none" strike="noStrike">
                <a:solidFill>
                  <a:schemeClr val="accent1"/>
                </a:solidFill>
                <a:latin typeface="Roboto"/>
                <a:ea typeface="Roboto"/>
                <a:cs typeface="Roboto"/>
                <a:sym typeface="Roboto"/>
              </a:rPr>
              <a:t>Veamos un ejemplo visual de cómo funciona el Try - Catch - Finally</a:t>
            </a:r>
            <a:endParaRPr b="0" i="0" sz="2900" u="none" cap="none" strike="noStrike">
              <a:solidFill>
                <a:schemeClr val="accent1"/>
              </a:solidFill>
              <a:latin typeface="Roboto"/>
              <a:ea typeface="Roboto"/>
              <a:cs typeface="Roboto"/>
              <a:sym typeface="Roboto"/>
            </a:endParaRPr>
          </a:p>
        </p:txBody>
      </p:sp>
      <p:sp>
        <p:nvSpPr>
          <p:cNvPr id="318" name="Google Shape;318;p14"/>
          <p:cNvSpPr txBox="1"/>
          <p:nvPr/>
        </p:nvSpPr>
        <p:spPr>
          <a:xfrm>
            <a:off x="251225" y="216575"/>
            <a:ext cx="4750266"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PRÁCTICA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5"/>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324" name="Google Shape;324;p15"/>
          <p:cNvSpPr txBox="1"/>
          <p:nvPr/>
        </p:nvSpPr>
        <p:spPr>
          <a:xfrm>
            <a:off x="509615" y="2079307"/>
            <a:ext cx="8124769" cy="98488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CO" sz="2900" u="none" cap="none" strike="noStrike">
                <a:solidFill>
                  <a:schemeClr val="accent1"/>
                </a:solidFill>
                <a:latin typeface="Roboto"/>
                <a:ea typeface="Roboto"/>
                <a:cs typeface="Roboto"/>
                <a:sym typeface="Roboto"/>
              </a:rPr>
              <a:t>¿Cuál es el límite de la cantidad de Catches que pueden usarse en una actividad de Try Catch?</a:t>
            </a:r>
            <a:endParaRPr b="0" i="0" sz="2900" u="none" cap="none" strike="noStrike">
              <a:solidFill>
                <a:schemeClr val="accent1"/>
              </a:solidFill>
              <a:latin typeface="Roboto"/>
              <a:ea typeface="Roboto"/>
              <a:cs typeface="Roboto"/>
              <a:sym typeface="Roboto"/>
            </a:endParaRPr>
          </a:p>
        </p:txBody>
      </p:sp>
      <p:sp>
        <p:nvSpPr>
          <p:cNvPr id="325" name="Google Shape;325;p15"/>
          <p:cNvSpPr txBox="1"/>
          <p:nvPr/>
        </p:nvSpPr>
        <p:spPr>
          <a:xfrm>
            <a:off x="251225" y="216575"/>
            <a:ext cx="4750266"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PARCIAL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6"/>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331" name="Google Shape;331;p16"/>
          <p:cNvSpPr txBox="1"/>
          <p:nvPr>
            <p:ph idx="4294967295" type="ctrTitle"/>
          </p:nvPr>
        </p:nvSpPr>
        <p:spPr>
          <a:xfrm>
            <a:off x="251225" y="216575"/>
            <a:ext cx="4750266"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MANEJO DE EXCEPCIONES</a:t>
            </a:r>
            <a:endParaRPr b="0" i="0" sz="2900" u="none" cap="none" strike="noStrike">
              <a:solidFill>
                <a:schemeClr val="accent1"/>
              </a:solidFill>
              <a:latin typeface="Roboto"/>
              <a:ea typeface="Roboto"/>
              <a:cs typeface="Roboto"/>
              <a:sym typeface="Roboto"/>
            </a:endParaRPr>
          </a:p>
        </p:txBody>
      </p:sp>
      <p:sp>
        <p:nvSpPr>
          <p:cNvPr id="332" name="Google Shape;332;p16"/>
          <p:cNvSpPr txBox="1"/>
          <p:nvPr>
            <p:ph idx="4294967295" type="ctrTitle"/>
          </p:nvPr>
        </p:nvSpPr>
        <p:spPr>
          <a:xfrm>
            <a:off x="251225" y="925125"/>
            <a:ext cx="3271484" cy="353943"/>
          </a:xfrm>
          <a:prstGeom prst="rect">
            <a:avLst/>
          </a:prstGeom>
          <a:noFill/>
          <a:ln>
            <a:noFill/>
          </a:ln>
        </p:spPr>
        <p:txBody>
          <a:bodyPr anchorCtr="0" anchor="t" bIns="0" lIns="0" spcFirstLastPara="1" rIns="0" wrap="square" tIns="0">
            <a:spAutoFit/>
          </a:bodyPr>
          <a:lstStyle/>
          <a:p>
            <a:pPr indent="-412750" lvl="0" marL="457200" marR="0" rtl="0" algn="l">
              <a:lnSpc>
                <a:spcPct val="115000"/>
              </a:lnSpc>
              <a:spcBef>
                <a:spcPts val="0"/>
              </a:spcBef>
              <a:spcAft>
                <a:spcPts val="0"/>
              </a:spcAft>
              <a:buClr>
                <a:schemeClr val="accent1"/>
              </a:buClr>
              <a:buSzPts val="2900"/>
              <a:buFont typeface="Roboto"/>
              <a:buChar char="●"/>
            </a:pPr>
            <a:r>
              <a:rPr b="0" i="0" lang="es-CO" sz="2000" u="none" cap="none" strike="noStrike">
                <a:solidFill>
                  <a:schemeClr val="accent1"/>
                </a:solidFill>
                <a:latin typeface="Roboto"/>
                <a:ea typeface="Roboto"/>
                <a:cs typeface="Roboto"/>
                <a:sym typeface="Roboto"/>
              </a:rPr>
              <a:t>Retry Scope</a:t>
            </a:r>
            <a:endParaRPr/>
          </a:p>
        </p:txBody>
      </p:sp>
      <p:sp>
        <p:nvSpPr>
          <p:cNvPr id="333" name="Google Shape;333;p16"/>
          <p:cNvSpPr txBox="1"/>
          <p:nvPr/>
        </p:nvSpPr>
        <p:spPr>
          <a:xfrm>
            <a:off x="696872" y="1852837"/>
            <a:ext cx="5651673"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CO" sz="1400" u="none" cap="none" strike="noStrike">
                <a:solidFill>
                  <a:srgbClr val="000000"/>
                </a:solidFill>
                <a:latin typeface="Roboto"/>
                <a:ea typeface="Roboto"/>
                <a:cs typeface="Roboto"/>
                <a:sym typeface="Roboto"/>
              </a:rPr>
              <a:t>La actividad Retry Scope vuelve a intentar las actividades contenidas siempre que no se cumpla la condición o se produzca un error.</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s-CO" sz="1400" u="none" cap="none" strike="noStrike">
                <a:solidFill>
                  <a:srgbClr val="000000"/>
                </a:solidFill>
                <a:latin typeface="Roboto"/>
                <a:ea typeface="Roboto"/>
                <a:cs typeface="Roboto"/>
                <a:sym typeface="Roboto"/>
              </a:rPr>
              <a:t>Esta actividad se usa para detectar y manejar un error, por lo que es similar a TryCatch. La diferencia es que esta actividad simplemente vuelve a intentar la ejecución en lugar de proporcionar un mecanismo de manejo más complejo.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17"/>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339" name="Google Shape;339;p17"/>
          <p:cNvSpPr txBox="1"/>
          <p:nvPr>
            <p:ph idx="4294967295" type="ctrTitle"/>
          </p:nvPr>
        </p:nvSpPr>
        <p:spPr>
          <a:xfrm>
            <a:off x="251225" y="216575"/>
            <a:ext cx="4750266"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MANEJO DE EXCEPCIONES</a:t>
            </a:r>
            <a:endParaRPr b="0" i="0" sz="2900" u="none" cap="none" strike="noStrike">
              <a:solidFill>
                <a:schemeClr val="accent1"/>
              </a:solidFill>
              <a:latin typeface="Roboto"/>
              <a:ea typeface="Roboto"/>
              <a:cs typeface="Roboto"/>
              <a:sym typeface="Roboto"/>
            </a:endParaRPr>
          </a:p>
        </p:txBody>
      </p:sp>
      <p:sp>
        <p:nvSpPr>
          <p:cNvPr id="340" name="Google Shape;340;p17"/>
          <p:cNvSpPr txBox="1"/>
          <p:nvPr>
            <p:ph idx="4294967295" type="ctrTitle"/>
          </p:nvPr>
        </p:nvSpPr>
        <p:spPr>
          <a:xfrm>
            <a:off x="251225" y="925125"/>
            <a:ext cx="3271484" cy="353943"/>
          </a:xfrm>
          <a:prstGeom prst="rect">
            <a:avLst/>
          </a:prstGeom>
          <a:noFill/>
          <a:ln>
            <a:noFill/>
          </a:ln>
        </p:spPr>
        <p:txBody>
          <a:bodyPr anchorCtr="0" anchor="t" bIns="0" lIns="0" spcFirstLastPara="1" rIns="0" wrap="square" tIns="0">
            <a:spAutoFit/>
          </a:bodyPr>
          <a:lstStyle/>
          <a:p>
            <a:pPr indent="-412750" lvl="0" marL="457200" marR="0" rtl="0" algn="l">
              <a:lnSpc>
                <a:spcPct val="115000"/>
              </a:lnSpc>
              <a:spcBef>
                <a:spcPts val="0"/>
              </a:spcBef>
              <a:spcAft>
                <a:spcPts val="0"/>
              </a:spcAft>
              <a:buClr>
                <a:schemeClr val="accent1"/>
              </a:buClr>
              <a:buSzPts val="2900"/>
              <a:buFont typeface="Roboto"/>
              <a:buChar char="●"/>
            </a:pPr>
            <a:r>
              <a:rPr b="0" i="0" lang="es-CO" sz="2000" u="none" cap="none" strike="noStrike">
                <a:solidFill>
                  <a:schemeClr val="accent1"/>
                </a:solidFill>
                <a:latin typeface="Roboto"/>
                <a:ea typeface="Roboto"/>
                <a:cs typeface="Roboto"/>
                <a:sym typeface="Roboto"/>
              </a:rPr>
              <a:t>Retry Scope</a:t>
            </a:r>
            <a:endParaRPr/>
          </a:p>
        </p:txBody>
      </p:sp>
      <p:sp>
        <p:nvSpPr>
          <p:cNvPr id="341" name="Google Shape;341;p17"/>
          <p:cNvSpPr txBox="1"/>
          <p:nvPr/>
        </p:nvSpPr>
        <p:spPr>
          <a:xfrm>
            <a:off x="658091" y="1717000"/>
            <a:ext cx="3733801" cy="21082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CO" sz="1200" u="none" cap="none" strike="noStrike">
                <a:solidFill>
                  <a:srgbClr val="000000"/>
                </a:solidFill>
                <a:latin typeface="Roboto"/>
                <a:ea typeface="Roboto"/>
                <a:cs typeface="Roboto"/>
                <a:sym typeface="Roboto"/>
              </a:rPr>
              <a:t>Bloques </a:t>
            </a:r>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s-CO" sz="1200" u="sng" cap="none" strike="noStrike">
                <a:solidFill>
                  <a:srgbClr val="000000"/>
                </a:solidFill>
                <a:latin typeface="Roboto"/>
                <a:ea typeface="Roboto"/>
                <a:cs typeface="Roboto"/>
                <a:sym typeface="Roboto"/>
              </a:rPr>
              <a:t>Action:</a:t>
            </a:r>
            <a:r>
              <a:rPr b="0" i="0" lang="es-CO" sz="1200" u="none" cap="none" strike="noStrike">
                <a:solidFill>
                  <a:srgbClr val="000000"/>
                </a:solidFill>
                <a:latin typeface="Roboto"/>
                <a:ea typeface="Roboto"/>
                <a:cs typeface="Roboto"/>
                <a:sym typeface="Roboto"/>
              </a:rPr>
              <a:t> Contiene las actividades que queremos reintentar.</a:t>
            </a:r>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s-CO" sz="1200" u="sng" cap="none" strike="noStrike">
                <a:solidFill>
                  <a:srgbClr val="000000"/>
                </a:solidFill>
                <a:latin typeface="Roboto"/>
                <a:ea typeface="Roboto"/>
                <a:cs typeface="Roboto"/>
                <a:sym typeface="Roboto"/>
              </a:rPr>
              <a:t>Condition:</a:t>
            </a:r>
            <a:r>
              <a:rPr b="0" i="0" lang="es-CO" sz="1200" u="none" cap="none" strike="noStrike">
                <a:solidFill>
                  <a:srgbClr val="000000"/>
                </a:solidFill>
                <a:latin typeface="Roboto"/>
                <a:ea typeface="Roboto"/>
                <a:cs typeface="Roboto"/>
                <a:sym typeface="Roboto"/>
              </a:rPr>
              <a:t> Condición de terminación. La actividad Retry Scope vuelve a intentar las actividades en la sección Action siempre que no se cumpla esta condición de terminación.</a:t>
            </a:r>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Roboto"/>
              <a:ea typeface="Roboto"/>
              <a:cs typeface="Roboto"/>
              <a:sym typeface="Roboto"/>
            </a:endParaRPr>
          </a:p>
          <a:p>
            <a:pPr indent="0" lvl="2" marL="0" marR="0" rtl="0" algn="l">
              <a:lnSpc>
                <a:spcPct val="100000"/>
              </a:lnSpc>
              <a:spcBef>
                <a:spcPts val="0"/>
              </a:spcBef>
              <a:spcAft>
                <a:spcPts val="0"/>
              </a:spcAft>
              <a:buNone/>
            </a:pPr>
            <a:r>
              <a:rPr b="0" i="1" lang="es-CO" sz="1100" u="none" cap="none" strike="noStrike">
                <a:solidFill>
                  <a:srgbClr val="000000"/>
                </a:solidFill>
                <a:latin typeface="Roboto"/>
                <a:ea typeface="Roboto"/>
                <a:cs typeface="Roboto"/>
                <a:sym typeface="Roboto"/>
              </a:rPr>
              <a:t>Nota: Solo puede tener 0 o 1 condición y debe ser boolean.</a:t>
            </a:r>
            <a:endParaRPr/>
          </a:p>
        </p:txBody>
      </p:sp>
      <p:pic>
        <p:nvPicPr>
          <p:cNvPr id="342" name="Google Shape;342;p17"/>
          <p:cNvPicPr preferRelativeResize="0"/>
          <p:nvPr/>
        </p:nvPicPr>
        <p:blipFill rotWithShape="1">
          <a:blip r:embed="rId3">
            <a:alphaModFix/>
          </a:blip>
          <a:srcRect b="0" l="0" r="0" t="0"/>
          <a:stretch/>
        </p:blipFill>
        <p:spPr>
          <a:xfrm>
            <a:off x="5001491" y="925125"/>
            <a:ext cx="3555530" cy="352925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18"/>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348" name="Google Shape;348;p18"/>
          <p:cNvSpPr txBox="1"/>
          <p:nvPr>
            <p:ph idx="4294967295" type="ctrTitle"/>
          </p:nvPr>
        </p:nvSpPr>
        <p:spPr>
          <a:xfrm>
            <a:off x="251225" y="216575"/>
            <a:ext cx="4750266"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MANEJO DE EXCEPCIONES</a:t>
            </a:r>
            <a:endParaRPr b="0" i="0" sz="2900" u="none" cap="none" strike="noStrike">
              <a:solidFill>
                <a:schemeClr val="accent1"/>
              </a:solidFill>
              <a:latin typeface="Roboto"/>
              <a:ea typeface="Roboto"/>
              <a:cs typeface="Roboto"/>
              <a:sym typeface="Roboto"/>
            </a:endParaRPr>
          </a:p>
        </p:txBody>
      </p:sp>
      <p:sp>
        <p:nvSpPr>
          <p:cNvPr id="349" name="Google Shape;349;p18"/>
          <p:cNvSpPr txBox="1"/>
          <p:nvPr>
            <p:ph idx="4294967295" type="ctrTitle"/>
          </p:nvPr>
        </p:nvSpPr>
        <p:spPr>
          <a:xfrm>
            <a:off x="251225" y="925125"/>
            <a:ext cx="3271484" cy="353943"/>
          </a:xfrm>
          <a:prstGeom prst="rect">
            <a:avLst/>
          </a:prstGeom>
          <a:noFill/>
          <a:ln>
            <a:noFill/>
          </a:ln>
        </p:spPr>
        <p:txBody>
          <a:bodyPr anchorCtr="0" anchor="t" bIns="0" lIns="0" spcFirstLastPara="1" rIns="0" wrap="square" tIns="0">
            <a:spAutoFit/>
          </a:bodyPr>
          <a:lstStyle/>
          <a:p>
            <a:pPr indent="-412750" lvl="0" marL="457200" marR="0" rtl="0" algn="l">
              <a:lnSpc>
                <a:spcPct val="115000"/>
              </a:lnSpc>
              <a:spcBef>
                <a:spcPts val="0"/>
              </a:spcBef>
              <a:spcAft>
                <a:spcPts val="0"/>
              </a:spcAft>
              <a:buClr>
                <a:schemeClr val="accent1"/>
              </a:buClr>
              <a:buSzPts val="2900"/>
              <a:buFont typeface="Roboto"/>
              <a:buChar char="●"/>
            </a:pPr>
            <a:r>
              <a:rPr b="0" i="0" lang="es-CO" sz="2000" u="none" cap="none" strike="noStrike">
                <a:solidFill>
                  <a:schemeClr val="accent1"/>
                </a:solidFill>
                <a:latin typeface="Roboto"/>
                <a:ea typeface="Roboto"/>
                <a:cs typeface="Roboto"/>
                <a:sym typeface="Roboto"/>
              </a:rPr>
              <a:t>Retry Scope</a:t>
            </a:r>
            <a:endParaRPr/>
          </a:p>
        </p:txBody>
      </p:sp>
      <p:sp>
        <p:nvSpPr>
          <p:cNvPr id="350" name="Google Shape;350;p18"/>
          <p:cNvSpPr txBox="1"/>
          <p:nvPr/>
        </p:nvSpPr>
        <p:spPr>
          <a:xfrm>
            <a:off x="630061" y="1691121"/>
            <a:ext cx="3733801" cy="20928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CO" sz="1200" u="none" cap="none" strike="noStrike">
                <a:solidFill>
                  <a:srgbClr val="000000"/>
                </a:solidFill>
                <a:latin typeface="Roboto"/>
                <a:ea typeface="Roboto"/>
                <a:cs typeface="Roboto"/>
                <a:sym typeface="Roboto"/>
              </a:rPr>
              <a:t>Opciones</a:t>
            </a:r>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s-CO" sz="1200" u="sng" cap="none" strike="noStrike">
                <a:solidFill>
                  <a:srgbClr val="000000"/>
                </a:solidFill>
                <a:latin typeface="Roboto"/>
                <a:ea typeface="Roboto"/>
                <a:cs typeface="Roboto"/>
                <a:sym typeface="Roboto"/>
              </a:rPr>
              <a:t>NumberOfRetries:</a:t>
            </a:r>
            <a:r>
              <a:rPr b="0" i="0" lang="es-CO" sz="1200" u="none" cap="none" strike="noStrike">
                <a:solidFill>
                  <a:srgbClr val="000000"/>
                </a:solidFill>
                <a:latin typeface="Roboto"/>
                <a:ea typeface="Roboto"/>
                <a:cs typeface="Roboto"/>
                <a:sym typeface="Roboto"/>
              </a:rPr>
              <a:t> El número de veces que se debe reintentar la secuencia.</a:t>
            </a:r>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Roboto"/>
              <a:ea typeface="Roboto"/>
              <a:cs typeface="Roboto"/>
              <a:sym typeface="Roboto"/>
            </a:endParaRPr>
          </a:p>
          <a:p>
            <a:pPr indent="0" lvl="2" marL="0" marR="0" rtl="0" algn="l">
              <a:lnSpc>
                <a:spcPct val="100000"/>
              </a:lnSpc>
              <a:spcBef>
                <a:spcPts val="0"/>
              </a:spcBef>
              <a:spcAft>
                <a:spcPts val="0"/>
              </a:spcAft>
              <a:buClr>
                <a:srgbClr val="000000"/>
              </a:buClr>
              <a:buSzPts val="1100"/>
              <a:buFont typeface="Arial"/>
              <a:buNone/>
            </a:pPr>
            <a:r>
              <a:rPr b="0" i="1" lang="es-CO" sz="1100" u="none" cap="none" strike="noStrike">
                <a:solidFill>
                  <a:srgbClr val="000000"/>
                </a:solidFill>
                <a:latin typeface="Roboto"/>
                <a:ea typeface="Roboto"/>
                <a:cs typeface="Roboto"/>
                <a:sym typeface="Roboto"/>
              </a:rPr>
              <a:t>Default: 3 reintentos.</a:t>
            </a:r>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s-CO" sz="1200" u="sng" cap="none" strike="noStrike">
                <a:solidFill>
                  <a:srgbClr val="000000"/>
                </a:solidFill>
                <a:latin typeface="Roboto"/>
                <a:ea typeface="Roboto"/>
                <a:cs typeface="Roboto"/>
                <a:sym typeface="Roboto"/>
              </a:rPr>
              <a:t>RetryInterval:</a:t>
            </a:r>
            <a:r>
              <a:rPr b="0" i="0" lang="es-CO" sz="1200" u="none" cap="none" strike="noStrike">
                <a:solidFill>
                  <a:srgbClr val="000000"/>
                </a:solidFill>
                <a:latin typeface="Roboto"/>
                <a:ea typeface="Roboto"/>
                <a:cs typeface="Roboto"/>
                <a:sym typeface="Roboto"/>
              </a:rPr>
              <a:t> Especifica la cantidad de tiempo (en segundos) entre cada reintento.</a:t>
            </a:r>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Roboto"/>
              <a:ea typeface="Roboto"/>
              <a:cs typeface="Roboto"/>
              <a:sym typeface="Roboto"/>
            </a:endParaRPr>
          </a:p>
          <a:p>
            <a:pPr indent="0" lvl="2" marL="0" marR="0" rtl="0" algn="l">
              <a:lnSpc>
                <a:spcPct val="100000"/>
              </a:lnSpc>
              <a:spcBef>
                <a:spcPts val="0"/>
              </a:spcBef>
              <a:spcAft>
                <a:spcPts val="0"/>
              </a:spcAft>
              <a:buNone/>
            </a:pPr>
            <a:r>
              <a:rPr b="0" i="1" lang="es-CO" sz="1100" u="none" cap="none" strike="noStrike">
                <a:solidFill>
                  <a:srgbClr val="000000"/>
                </a:solidFill>
                <a:latin typeface="Roboto"/>
                <a:ea typeface="Roboto"/>
                <a:cs typeface="Roboto"/>
                <a:sym typeface="Roboto"/>
              </a:rPr>
              <a:t>Default: 5 segundos.</a:t>
            </a:r>
            <a:endParaRPr/>
          </a:p>
        </p:txBody>
      </p:sp>
      <p:pic>
        <p:nvPicPr>
          <p:cNvPr id="351" name="Google Shape;351;p18"/>
          <p:cNvPicPr preferRelativeResize="0"/>
          <p:nvPr/>
        </p:nvPicPr>
        <p:blipFill rotWithShape="1">
          <a:blip r:embed="rId3">
            <a:alphaModFix/>
          </a:blip>
          <a:srcRect b="0" l="0" r="0" t="0"/>
          <a:stretch/>
        </p:blipFill>
        <p:spPr>
          <a:xfrm>
            <a:off x="5656052" y="1338262"/>
            <a:ext cx="2438400" cy="24669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19"/>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357" name="Google Shape;357;p19"/>
          <p:cNvSpPr txBox="1"/>
          <p:nvPr/>
        </p:nvSpPr>
        <p:spPr>
          <a:xfrm>
            <a:off x="624375" y="1986714"/>
            <a:ext cx="8124769" cy="98488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CO" sz="2900" u="none" cap="none" strike="noStrike">
                <a:solidFill>
                  <a:schemeClr val="accent1"/>
                </a:solidFill>
                <a:latin typeface="Roboto"/>
                <a:ea typeface="Roboto"/>
                <a:cs typeface="Roboto"/>
                <a:sym typeface="Roboto"/>
              </a:rPr>
              <a:t>Veamos un ejemplo visual de cómo funciona el Retry Scope</a:t>
            </a:r>
            <a:endParaRPr b="0" i="0" sz="2900" u="none" cap="none" strike="noStrike">
              <a:solidFill>
                <a:schemeClr val="accent1"/>
              </a:solidFill>
              <a:latin typeface="Roboto"/>
              <a:ea typeface="Roboto"/>
              <a:cs typeface="Roboto"/>
              <a:sym typeface="Roboto"/>
            </a:endParaRPr>
          </a:p>
        </p:txBody>
      </p:sp>
      <p:sp>
        <p:nvSpPr>
          <p:cNvPr id="358" name="Google Shape;358;p19"/>
          <p:cNvSpPr txBox="1"/>
          <p:nvPr/>
        </p:nvSpPr>
        <p:spPr>
          <a:xfrm>
            <a:off x="251225" y="216575"/>
            <a:ext cx="4750266"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PRÁCTICA</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20"/>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364" name="Google Shape;364;p20"/>
          <p:cNvSpPr txBox="1"/>
          <p:nvPr/>
        </p:nvSpPr>
        <p:spPr>
          <a:xfrm>
            <a:off x="509615" y="1140589"/>
            <a:ext cx="8124769" cy="98488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CO" sz="2900" u="none" cap="none" strike="noStrike">
                <a:solidFill>
                  <a:schemeClr val="accent1"/>
                </a:solidFill>
                <a:latin typeface="Roboto"/>
                <a:ea typeface="Roboto"/>
                <a:cs typeface="Roboto"/>
                <a:sym typeface="Roboto"/>
              </a:rPr>
              <a:t>¿En cuál de los siguientes casos el Retry Scope vuelve a intentar las actividades contenidas?</a:t>
            </a:r>
            <a:endParaRPr b="0" i="0" sz="2900" u="none" cap="none" strike="noStrike">
              <a:solidFill>
                <a:schemeClr val="accent1"/>
              </a:solidFill>
              <a:latin typeface="Roboto"/>
              <a:ea typeface="Roboto"/>
              <a:cs typeface="Roboto"/>
              <a:sym typeface="Roboto"/>
            </a:endParaRPr>
          </a:p>
        </p:txBody>
      </p:sp>
      <p:sp>
        <p:nvSpPr>
          <p:cNvPr id="365" name="Google Shape;365;p20"/>
          <p:cNvSpPr txBox="1"/>
          <p:nvPr/>
        </p:nvSpPr>
        <p:spPr>
          <a:xfrm>
            <a:off x="251225" y="216575"/>
            <a:ext cx="4750266"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PARCIAL</a:t>
            </a:r>
            <a:endParaRPr/>
          </a:p>
        </p:txBody>
      </p:sp>
      <p:sp>
        <p:nvSpPr>
          <p:cNvPr id="366" name="Google Shape;366;p20"/>
          <p:cNvSpPr txBox="1"/>
          <p:nvPr/>
        </p:nvSpPr>
        <p:spPr>
          <a:xfrm>
            <a:off x="1943427" y="2571750"/>
            <a:ext cx="6116128" cy="160043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b="0" i="0" lang="es-CO" sz="1400" u="none" cap="none" strike="noStrike">
                <a:solidFill>
                  <a:srgbClr val="000000"/>
                </a:solidFill>
                <a:latin typeface="Arial"/>
                <a:ea typeface="Arial"/>
                <a:cs typeface="Arial"/>
                <a:sym typeface="Arial"/>
              </a:rPr>
              <a:t>Siempre que se arroje un error</a:t>
            </a:r>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s-CO" sz="1400" u="none" cap="none" strike="noStrike">
                <a:solidFill>
                  <a:srgbClr val="000000"/>
                </a:solidFill>
                <a:latin typeface="Arial"/>
                <a:ea typeface="Arial"/>
                <a:cs typeface="Arial"/>
                <a:sym typeface="Arial"/>
              </a:rPr>
              <a:t>Siempre que se cumpla la condición</a:t>
            </a:r>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s-CO" sz="1400" u="none" cap="none" strike="noStrike">
                <a:solidFill>
                  <a:srgbClr val="000000"/>
                </a:solidFill>
                <a:latin typeface="Arial"/>
                <a:ea typeface="Arial"/>
                <a:cs typeface="Arial"/>
                <a:sym typeface="Arial"/>
              </a:rPr>
              <a:t>Siempre que se cumpla la condición y se arroje un error</a:t>
            </a:r>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s-CO" sz="1400" u="none" cap="none" strike="noStrike">
                <a:solidFill>
                  <a:srgbClr val="000000"/>
                </a:solidFill>
                <a:latin typeface="Arial"/>
                <a:ea typeface="Arial"/>
                <a:cs typeface="Arial"/>
                <a:sym typeface="Arial"/>
              </a:rPr>
              <a:t>Mientras no se cumpla la condición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21"/>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372" name="Google Shape;372;p21"/>
          <p:cNvSpPr txBox="1"/>
          <p:nvPr>
            <p:ph idx="4294967295" type="ctrTitle"/>
          </p:nvPr>
        </p:nvSpPr>
        <p:spPr>
          <a:xfrm>
            <a:off x="251225" y="216575"/>
            <a:ext cx="4750266"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MANEJO DE EXCEPCIONES</a:t>
            </a:r>
            <a:endParaRPr b="0" i="0" sz="2900" u="none" cap="none" strike="noStrike">
              <a:solidFill>
                <a:schemeClr val="accent1"/>
              </a:solidFill>
              <a:latin typeface="Roboto"/>
              <a:ea typeface="Roboto"/>
              <a:cs typeface="Roboto"/>
              <a:sym typeface="Roboto"/>
            </a:endParaRPr>
          </a:p>
        </p:txBody>
      </p:sp>
      <p:sp>
        <p:nvSpPr>
          <p:cNvPr id="373" name="Google Shape;373;p21"/>
          <p:cNvSpPr txBox="1"/>
          <p:nvPr>
            <p:ph idx="4294967295" type="ctrTitle"/>
          </p:nvPr>
        </p:nvSpPr>
        <p:spPr>
          <a:xfrm>
            <a:off x="251225" y="925125"/>
            <a:ext cx="3271484" cy="353943"/>
          </a:xfrm>
          <a:prstGeom prst="rect">
            <a:avLst/>
          </a:prstGeom>
          <a:noFill/>
          <a:ln>
            <a:noFill/>
          </a:ln>
        </p:spPr>
        <p:txBody>
          <a:bodyPr anchorCtr="0" anchor="t" bIns="0" lIns="0" spcFirstLastPara="1" rIns="0" wrap="square" tIns="0">
            <a:spAutoFit/>
          </a:bodyPr>
          <a:lstStyle/>
          <a:p>
            <a:pPr indent="-412750" lvl="0" marL="457200" marR="0" rtl="0" algn="l">
              <a:lnSpc>
                <a:spcPct val="115000"/>
              </a:lnSpc>
              <a:spcBef>
                <a:spcPts val="0"/>
              </a:spcBef>
              <a:spcAft>
                <a:spcPts val="0"/>
              </a:spcAft>
              <a:buClr>
                <a:schemeClr val="accent1"/>
              </a:buClr>
              <a:buSzPts val="2900"/>
              <a:buFont typeface="Roboto"/>
              <a:buChar char="●"/>
            </a:pPr>
            <a:r>
              <a:rPr b="0" i="0" lang="es-CO" sz="2000" u="none" cap="none" strike="noStrike">
                <a:solidFill>
                  <a:schemeClr val="accent1"/>
                </a:solidFill>
                <a:latin typeface="Roboto"/>
                <a:ea typeface="Roboto"/>
                <a:cs typeface="Roboto"/>
                <a:sym typeface="Roboto"/>
              </a:rPr>
              <a:t>Continue On Error</a:t>
            </a:r>
            <a:endParaRPr/>
          </a:p>
        </p:txBody>
      </p:sp>
      <p:sp>
        <p:nvSpPr>
          <p:cNvPr id="374" name="Google Shape;374;p21"/>
          <p:cNvSpPr txBox="1"/>
          <p:nvPr/>
        </p:nvSpPr>
        <p:spPr>
          <a:xfrm>
            <a:off x="759456" y="2648715"/>
            <a:ext cx="3733801"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CO" sz="1200" u="none" cap="none" strike="noStrike">
                <a:solidFill>
                  <a:srgbClr val="000000"/>
                </a:solidFill>
                <a:latin typeface="Roboto"/>
                <a:ea typeface="Roboto"/>
                <a:cs typeface="Roboto"/>
                <a:sym typeface="Roboto"/>
              </a:rPr>
              <a:t>Tener en cuenta</a:t>
            </a:r>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s-CO" sz="1200" u="none" cap="none" strike="noStrike">
                <a:solidFill>
                  <a:srgbClr val="000000"/>
                </a:solidFill>
                <a:latin typeface="Roboto"/>
                <a:ea typeface="Roboto"/>
                <a:cs typeface="Roboto"/>
                <a:sym typeface="Roboto"/>
              </a:rPr>
              <a:t>Si se establece en True en una actividad que contiene scope (Ej: Attach Window o Attach Browser), entonces todos los errores arrojados por las actividades dentro del DO correspondiente al scope también serán ignorados.</a:t>
            </a:r>
            <a:endParaRPr b="0" i="1" sz="1100" u="none" cap="none" strike="noStrike">
              <a:solidFill>
                <a:srgbClr val="000000"/>
              </a:solidFill>
              <a:latin typeface="Roboto"/>
              <a:ea typeface="Roboto"/>
              <a:cs typeface="Roboto"/>
              <a:sym typeface="Roboto"/>
            </a:endParaRPr>
          </a:p>
        </p:txBody>
      </p:sp>
      <p:sp>
        <p:nvSpPr>
          <p:cNvPr id="375" name="Google Shape;375;p21"/>
          <p:cNvSpPr txBox="1"/>
          <p:nvPr/>
        </p:nvSpPr>
        <p:spPr>
          <a:xfrm>
            <a:off x="779319" y="1329976"/>
            <a:ext cx="2975263"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CO" sz="1300" u="none" cap="none" strike="noStrike">
                <a:solidFill>
                  <a:srgbClr val="000000"/>
                </a:solidFill>
                <a:latin typeface="Roboto"/>
                <a:ea typeface="Roboto"/>
                <a:cs typeface="Roboto"/>
                <a:sym typeface="Roboto"/>
              </a:rPr>
              <a:t>Es una propiedad que especifica si la ejecución de la actividad debe continuar incluso cuando la actividad arroja un error.</a:t>
            </a:r>
            <a:endParaRPr/>
          </a:p>
        </p:txBody>
      </p:sp>
      <p:sp>
        <p:nvSpPr>
          <p:cNvPr id="376" name="Google Shape;376;p21"/>
          <p:cNvSpPr txBox="1"/>
          <p:nvPr/>
        </p:nvSpPr>
        <p:spPr>
          <a:xfrm>
            <a:off x="4650744" y="3033435"/>
            <a:ext cx="3812544" cy="11849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CO" sz="1200" u="sng" cap="none" strike="noStrike">
                <a:solidFill>
                  <a:srgbClr val="000000"/>
                </a:solidFill>
                <a:latin typeface="Roboto"/>
                <a:ea typeface="Roboto"/>
                <a:cs typeface="Roboto"/>
                <a:sym typeface="Roboto"/>
              </a:rPr>
              <a:t>Continue on error:</a:t>
            </a:r>
            <a:r>
              <a:rPr b="0" i="0" lang="es-CO" sz="1200" u="none" cap="none" strike="noStrike">
                <a:solidFill>
                  <a:srgbClr val="000000"/>
                </a:solidFill>
                <a:latin typeface="Roboto"/>
                <a:ea typeface="Roboto"/>
                <a:cs typeface="Roboto"/>
                <a:sym typeface="Roboto"/>
              </a:rPr>
              <a:t> Este campo solo admite valores booleanos. Si el valor se establece en True, la ejecución del proyecto continúa independientemente de cualquier error.</a:t>
            </a:r>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Roboto"/>
              <a:ea typeface="Roboto"/>
              <a:cs typeface="Roboto"/>
              <a:sym typeface="Roboto"/>
            </a:endParaRPr>
          </a:p>
          <a:p>
            <a:pPr indent="0" lvl="2" marL="0" marR="0" rtl="0" algn="l">
              <a:lnSpc>
                <a:spcPct val="100000"/>
              </a:lnSpc>
              <a:spcBef>
                <a:spcPts val="0"/>
              </a:spcBef>
              <a:spcAft>
                <a:spcPts val="0"/>
              </a:spcAft>
              <a:buNone/>
            </a:pPr>
            <a:r>
              <a:rPr b="0" i="1" lang="es-CO" sz="1100" u="none" cap="none" strike="noStrike">
                <a:solidFill>
                  <a:srgbClr val="000000"/>
                </a:solidFill>
                <a:latin typeface="Roboto"/>
                <a:ea typeface="Roboto"/>
                <a:cs typeface="Roboto"/>
                <a:sym typeface="Roboto"/>
              </a:rPr>
              <a:t>Default: False.</a:t>
            </a:r>
            <a:endParaRPr/>
          </a:p>
        </p:txBody>
      </p:sp>
      <p:pic>
        <p:nvPicPr>
          <p:cNvPr id="377" name="Google Shape;377;p21"/>
          <p:cNvPicPr preferRelativeResize="0"/>
          <p:nvPr/>
        </p:nvPicPr>
        <p:blipFill rotWithShape="1">
          <a:blip r:embed="rId3">
            <a:alphaModFix/>
          </a:blip>
          <a:srcRect b="14906" l="32995" r="1984" t="17966"/>
          <a:stretch/>
        </p:blipFill>
        <p:spPr>
          <a:xfrm>
            <a:off x="4650744" y="844961"/>
            <a:ext cx="3207328" cy="186258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2"/>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383" name="Google Shape;383;p22"/>
          <p:cNvSpPr txBox="1"/>
          <p:nvPr/>
        </p:nvSpPr>
        <p:spPr>
          <a:xfrm>
            <a:off x="509615" y="1140589"/>
            <a:ext cx="8124769" cy="98488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CO" sz="2900" u="none" cap="none" strike="noStrike">
                <a:solidFill>
                  <a:schemeClr val="accent1"/>
                </a:solidFill>
                <a:latin typeface="Roboto"/>
                <a:ea typeface="Roboto"/>
                <a:cs typeface="Roboto"/>
                <a:sym typeface="Roboto"/>
              </a:rPr>
              <a:t>¿Qué sucede si la propiedad ContinueOnError se establece en True?</a:t>
            </a:r>
            <a:endParaRPr b="0" i="0" sz="2900" u="none" cap="none" strike="noStrike">
              <a:solidFill>
                <a:schemeClr val="accent1"/>
              </a:solidFill>
              <a:latin typeface="Roboto"/>
              <a:ea typeface="Roboto"/>
              <a:cs typeface="Roboto"/>
              <a:sym typeface="Roboto"/>
            </a:endParaRPr>
          </a:p>
        </p:txBody>
      </p:sp>
      <p:sp>
        <p:nvSpPr>
          <p:cNvPr id="384" name="Google Shape;384;p22"/>
          <p:cNvSpPr txBox="1"/>
          <p:nvPr/>
        </p:nvSpPr>
        <p:spPr>
          <a:xfrm>
            <a:off x="251225" y="216575"/>
            <a:ext cx="4750266"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PARCIAL</a:t>
            </a:r>
            <a:endParaRPr/>
          </a:p>
        </p:txBody>
      </p:sp>
      <p:sp>
        <p:nvSpPr>
          <p:cNvPr id="385" name="Google Shape;385;p22"/>
          <p:cNvSpPr txBox="1"/>
          <p:nvPr/>
        </p:nvSpPr>
        <p:spPr>
          <a:xfrm>
            <a:off x="1799849" y="2571750"/>
            <a:ext cx="6403283" cy="160043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b="0" i="0" lang="es-CO" sz="1400" u="none" cap="none" strike="noStrike">
                <a:solidFill>
                  <a:srgbClr val="000000"/>
                </a:solidFill>
                <a:latin typeface="Arial"/>
                <a:ea typeface="Arial"/>
                <a:cs typeface="Arial"/>
                <a:sym typeface="Arial"/>
              </a:rPr>
              <a:t>La ejecución del proyecto continúa independientemente de cualquier error.</a:t>
            </a:r>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s-CO" sz="1400" u="none" cap="none" strike="noStrike">
                <a:solidFill>
                  <a:srgbClr val="000000"/>
                </a:solidFill>
                <a:latin typeface="Arial"/>
                <a:ea typeface="Arial"/>
                <a:cs typeface="Arial"/>
                <a:sym typeface="Arial"/>
              </a:rPr>
              <a:t>La ejecución del proyecto se detiene en función del error.</a:t>
            </a:r>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s-CO" sz="1400" u="none" cap="none" strike="noStrike">
                <a:solidFill>
                  <a:srgbClr val="000000"/>
                </a:solidFill>
                <a:latin typeface="Arial"/>
                <a:ea typeface="Arial"/>
                <a:cs typeface="Arial"/>
                <a:sym typeface="Arial"/>
              </a:rPr>
              <a:t>Se vuelve a intentar la ejecución</a:t>
            </a:r>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s-CO" sz="1400" u="none" cap="none" strike="noStrike">
                <a:solidFill>
                  <a:srgbClr val="000000"/>
                </a:solidFill>
                <a:latin typeface="Arial"/>
                <a:ea typeface="Arial"/>
                <a:cs typeface="Arial"/>
                <a:sym typeface="Arial"/>
              </a:rPr>
              <a:t>Se lanza un error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3"/>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391" name="Google Shape;391;p23"/>
          <p:cNvSpPr txBox="1"/>
          <p:nvPr>
            <p:ph idx="4294967295" type="ctrTitle"/>
          </p:nvPr>
        </p:nvSpPr>
        <p:spPr>
          <a:xfrm>
            <a:off x="251225" y="216575"/>
            <a:ext cx="4750266"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MANEJO DE EXCEPCIONES</a:t>
            </a:r>
            <a:endParaRPr b="0" i="0" sz="2900" u="none" cap="none" strike="noStrike">
              <a:solidFill>
                <a:schemeClr val="accent1"/>
              </a:solidFill>
              <a:latin typeface="Roboto"/>
              <a:ea typeface="Roboto"/>
              <a:cs typeface="Roboto"/>
              <a:sym typeface="Roboto"/>
            </a:endParaRPr>
          </a:p>
        </p:txBody>
      </p:sp>
      <p:sp>
        <p:nvSpPr>
          <p:cNvPr id="392" name="Google Shape;392;p23"/>
          <p:cNvSpPr txBox="1"/>
          <p:nvPr>
            <p:ph idx="4294967295" type="ctrTitle"/>
          </p:nvPr>
        </p:nvSpPr>
        <p:spPr>
          <a:xfrm>
            <a:off x="251225" y="925125"/>
            <a:ext cx="3271484" cy="353943"/>
          </a:xfrm>
          <a:prstGeom prst="rect">
            <a:avLst/>
          </a:prstGeom>
          <a:noFill/>
          <a:ln>
            <a:noFill/>
          </a:ln>
        </p:spPr>
        <p:txBody>
          <a:bodyPr anchorCtr="0" anchor="t" bIns="0" lIns="0" spcFirstLastPara="1" rIns="0" wrap="square" tIns="0">
            <a:spAutoFit/>
          </a:bodyPr>
          <a:lstStyle/>
          <a:p>
            <a:pPr indent="-412750" lvl="0" marL="457200" marR="0" rtl="0" algn="l">
              <a:lnSpc>
                <a:spcPct val="115000"/>
              </a:lnSpc>
              <a:spcBef>
                <a:spcPts val="0"/>
              </a:spcBef>
              <a:spcAft>
                <a:spcPts val="0"/>
              </a:spcAft>
              <a:buClr>
                <a:schemeClr val="accent1"/>
              </a:buClr>
              <a:buSzPts val="2900"/>
              <a:buFont typeface="Roboto"/>
              <a:buChar char="●"/>
            </a:pPr>
            <a:r>
              <a:rPr b="0" i="0" lang="es-CO" sz="2000" u="none" cap="none" strike="noStrike">
                <a:solidFill>
                  <a:schemeClr val="accent1"/>
                </a:solidFill>
                <a:latin typeface="Roboto"/>
                <a:ea typeface="Roboto"/>
                <a:cs typeface="Roboto"/>
                <a:sym typeface="Roboto"/>
              </a:rPr>
              <a:t>Global Handler</a:t>
            </a:r>
            <a:endParaRPr b="0" i="0" sz="2000" u="none" cap="none" strike="noStrike">
              <a:solidFill>
                <a:schemeClr val="accent1"/>
              </a:solidFill>
              <a:latin typeface="Roboto"/>
              <a:ea typeface="Roboto"/>
              <a:cs typeface="Roboto"/>
              <a:sym typeface="Roboto"/>
            </a:endParaRPr>
          </a:p>
        </p:txBody>
      </p:sp>
      <p:sp>
        <p:nvSpPr>
          <p:cNvPr id="393" name="Google Shape;393;p23"/>
          <p:cNvSpPr txBox="1"/>
          <p:nvPr/>
        </p:nvSpPr>
        <p:spPr>
          <a:xfrm>
            <a:off x="684429" y="1995605"/>
            <a:ext cx="3732296"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CO" sz="1400" u="none" cap="none" strike="noStrike">
                <a:solidFill>
                  <a:srgbClr val="000000"/>
                </a:solidFill>
                <a:latin typeface="Roboto"/>
                <a:ea typeface="Roboto"/>
                <a:cs typeface="Roboto"/>
                <a:sym typeface="Roboto"/>
              </a:rPr>
              <a:t>El Global Exception Handler es un tipo de flujo de trabajo diseñado para determinar el comportamiento del proceso cuando se encuentra con una excepción inesperada. Esta es la razón por la que solo se puede configurar un Global Exception Handler por proyecto de automatización.</a:t>
            </a:r>
            <a:endParaRPr b="0" i="0" sz="1400" u="none" cap="none" strike="noStrike">
              <a:solidFill>
                <a:srgbClr val="000000"/>
              </a:solidFill>
              <a:latin typeface="Roboto"/>
              <a:ea typeface="Roboto"/>
              <a:cs typeface="Roboto"/>
              <a:sym typeface="Roboto"/>
            </a:endParaRPr>
          </a:p>
        </p:txBody>
      </p:sp>
      <p:sp>
        <p:nvSpPr>
          <p:cNvPr id="394" name="Google Shape;394;p23"/>
          <p:cNvSpPr txBox="1"/>
          <p:nvPr/>
        </p:nvSpPr>
        <p:spPr>
          <a:xfrm>
            <a:off x="4727277" y="1995605"/>
            <a:ext cx="3973835"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CO" sz="1400" u="none" cap="none" strike="noStrike">
                <a:solidFill>
                  <a:srgbClr val="000000"/>
                </a:solidFill>
                <a:latin typeface="Roboto"/>
                <a:ea typeface="Roboto"/>
                <a:cs typeface="Roboto"/>
                <a:sym typeface="Roboto"/>
              </a:rPr>
              <a:t>En su configuración predeterminada captura las excepciones lanzadas por cualquier actividad en el proceso en tiempo de ejecución y ejecuta una respuesta estándar: ignorar, reintentar, cancelar o continuar, según lo predefinido en el momento del diseño. Para escenarios atendidos, se puede configurar para que el usuario seleccione la acción.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4"/>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400" name="Google Shape;400;p24"/>
          <p:cNvSpPr txBox="1"/>
          <p:nvPr>
            <p:ph idx="4294967295" type="ctrTitle"/>
          </p:nvPr>
        </p:nvSpPr>
        <p:spPr>
          <a:xfrm>
            <a:off x="251225" y="216575"/>
            <a:ext cx="4750266"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MANEJO DE EXCEPCIONES</a:t>
            </a:r>
            <a:endParaRPr b="0" i="0" sz="2900" u="none" cap="none" strike="noStrike">
              <a:solidFill>
                <a:schemeClr val="accent1"/>
              </a:solidFill>
              <a:latin typeface="Roboto"/>
              <a:ea typeface="Roboto"/>
              <a:cs typeface="Roboto"/>
              <a:sym typeface="Roboto"/>
            </a:endParaRPr>
          </a:p>
        </p:txBody>
      </p:sp>
      <p:sp>
        <p:nvSpPr>
          <p:cNvPr id="401" name="Google Shape;401;p24"/>
          <p:cNvSpPr txBox="1"/>
          <p:nvPr>
            <p:ph idx="4294967295" type="ctrTitle"/>
          </p:nvPr>
        </p:nvSpPr>
        <p:spPr>
          <a:xfrm>
            <a:off x="251225" y="925125"/>
            <a:ext cx="3271484" cy="353943"/>
          </a:xfrm>
          <a:prstGeom prst="rect">
            <a:avLst/>
          </a:prstGeom>
          <a:noFill/>
          <a:ln>
            <a:noFill/>
          </a:ln>
        </p:spPr>
        <p:txBody>
          <a:bodyPr anchorCtr="0" anchor="t" bIns="0" lIns="0" spcFirstLastPara="1" rIns="0" wrap="square" tIns="0">
            <a:spAutoFit/>
          </a:bodyPr>
          <a:lstStyle/>
          <a:p>
            <a:pPr indent="-412750" lvl="0" marL="457200" marR="0" rtl="0" algn="l">
              <a:lnSpc>
                <a:spcPct val="115000"/>
              </a:lnSpc>
              <a:spcBef>
                <a:spcPts val="0"/>
              </a:spcBef>
              <a:spcAft>
                <a:spcPts val="0"/>
              </a:spcAft>
              <a:buClr>
                <a:schemeClr val="accent1"/>
              </a:buClr>
              <a:buSzPts val="2900"/>
              <a:buFont typeface="Roboto"/>
              <a:buChar char="●"/>
            </a:pPr>
            <a:r>
              <a:rPr b="0" i="0" lang="es-CO" sz="2000" u="none" cap="none" strike="noStrike">
                <a:solidFill>
                  <a:schemeClr val="accent1"/>
                </a:solidFill>
                <a:latin typeface="Roboto"/>
                <a:ea typeface="Roboto"/>
                <a:cs typeface="Roboto"/>
                <a:sym typeface="Roboto"/>
              </a:rPr>
              <a:t>Global Handler</a:t>
            </a:r>
            <a:endParaRPr b="0" i="0" sz="2000" u="none" cap="none" strike="noStrike">
              <a:solidFill>
                <a:schemeClr val="accent1"/>
              </a:solidFill>
              <a:latin typeface="Roboto"/>
              <a:ea typeface="Roboto"/>
              <a:cs typeface="Roboto"/>
              <a:sym typeface="Roboto"/>
            </a:endParaRPr>
          </a:p>
        </p:txBody>
      </p:sp>
      <p:sp>
        <p:nvSpPr>
          <p:cNvPr id="402" name="Google Shape;402;p24"/>
          <p:cNvSpPr txBox="1"/>
          <p:nvPr/>
        </p:nvSpPr>
        <p:spPr>
          <a:xfrm>
            <a:off x="1578633" y="1474401"/>
            <a:ext cx="5823883"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CO" sz="1400" u="none" cap="none" strike="noStrike">
                <a:solidFill>
                  <a:srgbClr val="000000"/>
                </a:solidFill>
                <a:latin typeface="Arial"/>
                <a:ea typeface="Arial"/>
                <a:cs typeface="Arial"/>
                <a:sym typeface="Arial"/>
              </a:rPr>
              <a:t>El controlador de excepciones global tiene 2 argumentos predefinidos, que no deben eliminarse: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CO" sz="1400" u="none" cap="none" strike="noStrike">
                <a:solidFill>
                  <a:srgbClr val="000000"/>
                </a:solidFill>
                <a:latin typeface="Arial"/>
                <a:ea typeface="Arial"/>
                <a:cs typeface="Arial"/>
                <a:sym typeface="Arial"/>
              </a:rPr>
              <a:t>errorInfo: contiene la información sobre el error que se produjo y el flujo de trabajo que falló.</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CO" sz="1400" u="none" cap="none" strike="noStrike">
                <a:solidFill>
                  <a:srgbClr val="000000"/>
                </a:solidFill>
                <a:latin typeface="Arial"/>
                <a:ea typeface="Arial"/>
                <a:cs typeface="Arial"/>
                <a:sym typeface="Arial"/>
              </a:rPr>
              <a:t>result: se utiliza para determinar el siguiente comportamiento del proceso cuando encuentra el error.</a:t>
            </a:r>
            <a:endParaRPr/>
          </a:p>
        </p:txBody>
      </p:sp>
      <p:pic>
        <p:nvPicPr>
          <p:cNvPr id="403" name="Google Shape;403;p24"/>
          <p:cNvPicPr preferRelativeResize="0"/>
          <p:nvPr/>
        </p:nvPicPr>
        <p:blipFill rotWithShape="1">
          <a:blip r:embed="rId3">
            <a:alphaModFix/>
          </a:blip>
          <a:srcRect b="0" l="0" r="0" t="0"/>
          <a:stretch/>
        </p:blipFill>
        <p:spPr>
          <a:xfrm>
            <a:off x="2052174" y="3544354"/>
            <a:ext cx="4876800" cy="9810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25"/>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409" name="Google Shape;409;p25"/>
          <p:cNvSpPr txBox="1"/>
          <p:nvPr>
            <p:ph idx="4294967295" type="ctrTitle"/>
          </p:nvPr>
        </p:nvSpPr>
        <p:spPr>
          <a:xfrm>
            <a:off x="251225" y="216575"/>
            <a:ext cx="4750266"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MANEJO DE EXCEPCIONES</a:t>
            </a:r>
            <a:endParaRPr b="0" i="0" sz="2900" u="none" cap="none" strike="noStrike">
              <a:solidFill>
                <a:schemeClr val="accent1"/>
              </a:solidFill>
              <a:latin typeface="Roboto"/>
              <a:ea typeface="Roboto"/>
              <a:cs typeface="Roboto"/>
              <a:sym typeface="Roboto"/>
            </a:endParaRPr>
          </a:p>
        </p:txBody>
      </p:sp>
      <p:sp>
        <p:nvSpPr>
          <p:cNvPr id="410" name="Google Shape;410;p25"/>
          <p:cNvSpPr txBox="1"/>
          <p:nvPr>
            <p:ph idx="4294967295" type="ctrTitle"/>
          </p:nvPr>
        </p:nvSpPr>
        <p:spPr>
          <a:xfrm>
            <a:off x="251225" y="925125"/>
            <a:ext cx="3271484" cy="353943"/>
          </a:xfrm>
          <a:prstGeom prst="rect">
            <a:avLst/>
          </a:prstGeom>
          <a:noFill/>
          <a:ln>
            <a:noFill/>
          </a:ln>
        </p:spPr>
        <p:txBody>
          <a:bodyPr anchorCtr="0" anchor="t" bIns="0" lIns="0" spcFirstLastPara="1" rIns="0" wrap="square" tIns="0">
            <a:spAutoFit/>
          </a:bodyPr>
          <a:lstStyle/>
          <a:p>
            <a:pPr indent="-412750" lvl="0" marL="457200" marR="0" rtl="0" algn="l">
              <a:lnSpc>
                <a:spcPct val="115000"/>
              </a:lnSpc>
              <a:spcBef>
                <a:spcPts val="0"/>
              </a:spcBef>
              <a:spcAft>
                <a:spcPts val="0"/>
              </a:spcAft>
              <a:buClr>
                <a:schemeClr val="accent1"/>
              </a:buClr>
              <a:buSzPts val="2900"/>
              <a:buFont typeface="Roboto"/>
              <a:buChar char="●"/>
            </a:pPr>
            <a:r>
              <a:rPr b="0" i="0" lang="es-CO" sz="2000" u="none" cap="none" strike="noStrike">
                <a:solidFill>
                  <a:schemeClr val="accent1"/>
                </a:solidFill>
                <a:latin typeface="Roboto"/>
                <a:ea typeface="Roboto"/>
                <a:cs typeface="Roboto"/>
                <a:sym typeface="Roboto"/>
              </a:rPr>
              <a:t>Global Handler</a:t>
            </a:r>
            <a:endParaRPr b="0" i="0" sz="2000" u="none" cap="none" strike="noStrike">
              <a:solidFill>
                <a:schemeClr val="accent1"/>
              </a:solidFill>
              <a:latin typeface="Roboto"/>
              <a:ea typeface="Roboto"/>
              <a:cs typeface="Roboto"/>
              <a:sym typeface="Roboto"/>
            </a:endParaRPr>
          </a:p>
        </p:txBody>
      </p:sp>
      <p:sp>
        <p:nvSpPr>
          <p:cNvPr id="411" name="Google Shape;411;p25"/>
          <p:cNvSpPr txBox="1"/>
          <p:nvPr/>
        </p:nvSpPr>
        <p:spPr>
          <a:xfrm>
            <a:off x="624974" y="1474401"/>
            <a:ext cx="3947026" cy="27439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CO" sz="1400" u="none" cap="none" strike="noStrike">
                <a:solidFill>
                  <a:srgbClr val="000000"/>
                </a:solidFill>
                <a:latin typeface="Roboto"/>
                <a:ea typeface="Roboto"/>
                <a:cs typeface="Roboto"/>
                <a:sym typeface="Roboto"/>
              </a:rPr>
              <a:t>El Global Exception Handler contiene las actividades predefinidas a continuación. Si es necesario, también podemos agregar otras actividades en nuestro Handler.</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s-CO" sz="1400" u="none" cap="none" strike="noStrike">
                <a:solidFill>
                  <a:srgbClr val="000000"/>
                </a:solidFill>
                <a:latin typeface="Roboto"/>
                <a:ea typeface="Roboto"/>
                <a:cs typeface="Roboto"/>
                <a:sym typeface="Roboto"/>
              </a:rPr>
              <a:t>Solo las excepciones no detectadas llegarán al Exception Handler. Si se produce una excepción dentro de una actividad TryCatch y se captura y maneja con éxito dentro del bloque Catches (y no se devuelve con Retrhow), no llegará al controlador global de excepciones.</a:t>
            </a:r>
            <a:endParaRPr b="0" i="0" sz="1400" u="none" cap="none" strike="noStrike">
              <a:solidFill>
                <a:srgbClr val="000000"/>
              </a:solidFill>
              <a:latin typeface="Roboto"/>
              <a:ea typeface="Roboto"/>
              <a:cs typeface="Roboto"/>
              <a:sym typeface="Roboto"/>
            </a:endParaRPr>
          </a:p>
        </p:txBody>
      </p:sp>
      <p:pic>
        <p:nvPicPr>
          <p:cNvPr id="412" name="Google Shape;412;p25"/>
          <p:cNvPicPr preferRelativeResize="0"/>
          <p:nvPr/>
        </p:nvPicPr>
        <p:blipFill rotWithShape="1">
          <a:blip r:embed="rId3">
            <a:alphaModFix/>
          </a:blip>
          <a:srcRect b="0" l="0" r="0" t="0"/>
          <a:stretch/>
        </p:blipFill>
        <p:spPr>
          <a:xfrm>
            <a:off x="5191831" y="925125"/>
            <a:ext cx="3483400" cy="368099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26"/>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418" name="Google Shape;418;p26"/>
          <p:cNvSpPr txBox="1"/>
          <p:nvPr/>
        </p:nvSpPr>
        <p:spPr>
          <a:xfrm>
            <a:off x="624375" y="1986714"/>
            <a:ext cx="8124769" cy="98488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CO" sz="2900" u="none" cap="none" strike="noStrike">
                <a:solidFill>
                  <a:schemeClr val="accent1"/>
                </a:solidFill>
                <a:latin typeface="Roboto"/>
                <a:ea typeface="Roboto"/>
                <a:cs typeface="Roboto"/>
                <a:sym typeface="Roboto"/>
              </a:rPr>
              <a:t>Veamos un ejemplo visual de cómo funciona el Global Handler</a:t>
            </a:r>
            <a:endParaRPr b="0" i="0" sz="2900" u="none" cap="none" strike="noStrike">
              <a:solidFill>
                <a:schemeClr val="accent1"/>
              </a:solidFill>
              <a:latin typeface="Roboto"/>
              <a:ea typeface="Roboto"/>
              <a:cs typeface="Roboto"/>
              <a:sym typeface="Roboto"/>
            </a:endParaRPr>
          </a:p>
        </p:txBody>
      </p:sp>
      <p:sp>
        <p:nvSpPr>
          <p:cNvPr id="419" name="Google Shape;419;p26"/>
          <p:cNvSpPr txBox="1"/>
          <p:nvPr/>
        </p:nvSpPr>
        <p:spPr>
          <a:xfrm>
            <a:off x="251225" y="216575"/>
            <a:ext cx="4750266"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PRÁCTICA</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27"/>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425" name="Google Shape;425;p27"/>
          <p:cNvSpPr txBox="1"/>
          <p:nvPr/>
        </p:nvSpPr>
        <p:spPr>
          <a:xfrm>
            <a:off x="509615" y="1140589"/>
            <a:ext cx="8124769" cy="98488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CO" sz="2900" u="none" cap="none" strike="noStrike">
                <a:solidFill>
                  <a:schemeClr val="accent1"/>
                </a:solidFill>
                <a:latin typeface="Roboto"/>
                <a:ea typeface="Roboto"/>
                <a:cs typeface="Roboto"/>
                <a:sym typeface="Roboto"/>
              </a:rPr>
              <a:t>¿Cuáles son las direcciones de los argumentos del Global Handler?</a:t>
            </a:r>
            <a:endParaRPr b="0" i="0" sz="2900" u="none" cap="none" strike="noStrike">
              <a:solidFill>
                <a:schemeClr val="accent1"/>
              </a:solidFill>
              <a:latin typeface="Roboto"/>
              <a:ea typeface="Roboto"/>
              <a:cs typeface="Roboto"/>
              <a:sym typeface="Roboto"/>
            </a:endParaRPr>
          </a:p>
        </p:txBody>
      </p:sp>
      <p:sp>
        <p:nvSpPr>
          <p:cNvPr id="426" name="Google Shape;426;p27"/>
          <p:cNvSpPr txBox="1"/>
          <p:nvPr/>
        </p:nvSpPr>
        <p:spPr>
          <a:xfrm>
            <a:off x="251225" y="216575"/>
            <a:ext cx="4750266"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PARCIAL</a:t>
            </a:r>
            <a:endParaRPr/>
          </a:p>
        </p:txBody>
      </p:sp>
      <p:sp>
        <p:nvSpPr>
          <p:cNvPr id="427" name="Google Shape;427;p27"/>
          <p:cNvSpPr txBox="1"/>
          <p:nvPr/>
        </p:nvSpPr>
        <p:spPr>
          <a:xfrm>
            <a:off x="1799849" y="2571750"/>
            <a:ext cx="6403283" cy="160043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b="0" i="0" lang="es-CO" sz="1400" u="none" cap="none" strike="noStrike">
                <a:solidFill>
                  <a:srgbClr val="000000"/>
                </a:solidFill>
                <a:latin typeface="Arial"/>
                <a:ea typeface="Arial"/>
                <a:cs typeface="Arial"/>
                <a:sym typeface="Arial"/>
              </a:rPr>
              <a:t>errorInfo tiene dirección IN y result tiene dirección IN</a:t>
            </a:r>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s-CO" sz="1400" u="none" cap="none" strike="noStrike">
                <a:solidFill>
                  <a:srgbClr val="000000"/>
                </a:solidFill>
                <a:latin typeface="Arial"/>
                <a:ea typeface="Arial"/>
                <a:cs typeface="Arial"/>
                <a:sym typeface="Arial"/>
              </a:rPr>
              <a:t>errorInfo tiene dirección de OUT y el resultado tiene dirección de OUT</a:t>
            </a:r>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s-CO" sz="1400" u="none" cap="none" strike="noStrike">
                <a:solidFill>
                  <a:srgbClr val="000000"/>
                </a:solidFill>
                <a:latin typeface="Arial"/>
                <a:ea typeface="Arial"/>
                <a:cs typeface="Arial"/>
                <a:sym typeface="Arial"/>
              </a:rPr>
              <a:t>errorInfo tiene dirección IN y result tiene dirección OUT</a:t>
            </a:r>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s-CO" sz="1400" u="none" cap="none" strike="noStrike">
                <a:solidFill>
                  <a:srgbClr val="000000"/>
                </a:solidFill>
                <a:latin typeface="Arial"/>
                <a:ea typeface="Arial"/>
                <a:cs typeface="Arial"/>
                <a:sym typeface="Arial"/>
              </a:rPr>
              <a:t>errorInfo tiene dirección de OUT y el resultado tiene dirección de IN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28"/>
          <p:cNvSpPr txBox="1"/>
          <p:nvPr>
            <p:ph idx="12" type="sldNum"/>
          </p:nvPr>
        </p:nvSpPr>
        <p:spPr>
          <a:xfrm>
            <a:off x="187523" y="4815664"/>
            <a:ext cx="162600" cy="86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800"/>
              <a:buFont typeface="Arial"/>
              <a:buNone/>
            </a:pPr>
            <a:fld id="{00000000-1234-1234-1234-123412341234}" type="slidenum">
              <a:rPr lang="es-CO"/>
              <a:t>‹#›</a:t>
            </a:fld>
            <a:endParaRPr/>
          </a:p>
        </p:txBody>
      </p:sp>
      <p:sp>
        <p:nvSpPr>
          <p:cNvPr id="433" name="Google Shape;433;p28"/>
          <p:cNvSpPr txBox="1"/>
          <p:nvPr/>
        </p:nvSpPr>
        <p:spPr>
          <a:xfrm>
            <a:off x="1642745" y="899786"/>
            <a:ext cx="5858509" cy="53860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CO" sz="2900" u="none" cap="none" strike="noStrike">
                <a:solidFill>
                  <a:schemeClr val="accent1"/>
                </a:solidFill>
                <a:latin typeface="Roboto"/>
                <a:ea typeface="Roboto"/>
                <a:cs typeface="Roboto"/>
                <a:sym typeface="Roboto"/>
              </a:rPr>
              <a:t>Ejercicio final para pasar el curso.</a:t>
            </a:r>
            <a:endParaRPr b="0" i="0" sz="2900" u="none" cap="none" strike="noStrike">
              <a:solidFill>
                <a:schemeClr val="accent1"/>
              </a:solidFill>
              <a:latin typeface="Roboto"/>
              <a:ea typeface="Roboto"/>
              <a:cs typeface="Roboto"/>
              <a:sym typeface="Roboto"/>
            </a:endParaRPr>
          </a:p>
        </p:txBody>
      </p:sp>
      <p:sp>
        <p:nvSpPr>
          <p:cNvPr id="434" name="Google Shape;434;p28"/>
          <p:cNvSpPr txBox="1"/>
          <p:nvPr/>
        </p:nvSpPr>
        <p:spPr>
          <a:xfrm>
            <a:off x="251225" y="216575"/>
            <a:ext cx="4750266" cy="51321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accent1"/>
              </a:buClr>
              <a:buSzPts val="1800"/>
              <a:buFont typeface="Arial"/>
              <a:buNone/>
            </a:pPr>
            <a:r>
              <a:rPr b="0" i="0" lang="es-CO" sz="2900" u="none" cap="none" strike="noStrike">
                <a:solidFill>
                  <a:schemeClr val="accent1"/>
                </a:solidFill>
                <a:latin typeface="Roboto"/>
                <a:ea typeface="Roboto"/>
                <a:cs typeface="Roboto"/>
                <a:sym typeface="Roboto"/>
              </a:rPr>
              <a:t>FINAL</a:t>
            </a:r>
            <a:endParaRPr/>
          </a:p>
        </p:txBody>
      </p:sp>
      <p:sp>
        <p:nvSpPr>
          <p:cNvPr id="435" name="Google Shape;435;p28"/>
          <p:cNvSpPr txBox="1"/>
          <p:nvPr/>
        </p:nvSpPr>
        <p:spPr>
          <a:xfrm>
            <a:off x="350123" y="1608388"/>
            <a:ext cx="4221877" cy="28859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CO" sz="1200" u="none" cap="none" strike="noStrike">
                <a:solidFill>
                  <a:srgbClr val="000000"/>
                </a:solidFill>
                <a:latin typeface="Arial"/>
                <a:ea typeface="Arial"/>
                <a:cs typeface="Arial"/>
                <a:sym typeface="Arial"/>
              </a:rPr>
              <a:t>1. Cree un flujo de trabajo que tome el archivo de Excel proporcionado como entrada.</a:t>
            </a:r>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CO" sz="1200" u="none" cap="none" strike="noStrike">
                <a:solidFill>
                  <a:srgbClr val="000000"/>
                </a:solidFill>
                <a:latin typeface="Arial"/>
                <a:ea typeface="Arial"/>
                <a:cs typeface="Arial"/>
                <a:sym typeface="Arial"/>
              </a:rPr>
              <a:t>2. El flujo de trabajo agrega la diferencia entre el valor de Cash In y el valor de Cash Out para cada fila en la columna Difference.</a:t>
            </a:r>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CO" sz="1200" u="none" cap="none" strike="noStrike">
                <a:solidFill>
                  <a:srgbClr val="000000"/>
                </a:solidFill>
                <a:latin typeface="Arial"/>
                <a:ea typeface="Arial"/>
                <a:cs typeface="Arial"/>
                <a:sym typeface="Arial"/>
              </a:rPr>
              <a:t>3. Si el cálculo de la diferencia entre los dos es correcto, establezca el Status (cuarta columna) en Correcto.</a:t>
            </a:r>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CO" sz="1200" u="none" cap="none" strike="noStrike">
                <a:solidFill>
                  <a:srgbClr val="000000"/>
                </a:solidFill>
                <a:latin typeface="Arial"/>
                <a:ea typeface="Arial"/>
                <a:cs typeface="Arial"/>
                <a:sym typeface="Arial"/>
              </a:rPr>
              <a:t>4. Si no es así, establezca el Status en Cash In incorrecto o Cash Out incorrecto.</a:t>
            </a:r>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CO" sz="1200" u="none" cap="none" strike="noStrike">
                <a:solidFill>
                  <a:srgbClr val="000000"/>
                </a:solidFill>
                <a:latin typeface="Arial"/>
                <a:ea typeface="Arial"/>
                <a:cs typeface="Arial"/>
                <a:sym typeface="Arial"/>
              </a:rPr>
              <a:t>5. Utilice los bloques Try Catch para detectar excepciones al intentar convertir valores de Cash In y Cash Out.</a:t>
            </a:r>
            <a:endParaRPr/>
          </a:p>
        </p:txBody>
      </p:sp>
      <p:pic>
        <p:nvPicPr>
          <p:cNvPr id="436" name="Google Shape;436;p28"/>
          <p:cNvPicPr preferRelativeResize="0"/>
          <p:nvPr/>
        </p:nvPicPr>
        <p:blipFill rotWithShape="1">
          <a:blip r:embed="rId3">
            <a:alphaModFix/>
          </a:blip>
          <a:srcRect b="0" l="0" r="0" t="0"/>
          <a:stretch/>
        </p:blipFill>
        <p:spPr>
          <a:xfrm>
            <a:off x="4657682" y="1837895"/>
            <a:ext cx="4213858" cy="215613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pic>
        <p:nvPicPr>
          <p:cNvPr descr="9k= (286×176)" id="441" name="Google Shape;441;p29"/>
          <p:cNvPicPr preferRelativeResize="0"/>
          <p:nvPr/>
        </p:nvPicPr>
        <p:blipFill rotWithShape="1">
          <a:blip r:embed="rId3">
            <a:alphaModFix/>
          </a:blip>
          <a:srcRect b="0" l="0" r="0" t="0"/>
          <a:stretch/>
        </p:blipFill>
        <p:spPr>
          <a:xfrm>
            <a:off x="812585" y="1395845"/>
            <a:ext cx="3326392" cy="2047010"/>
          </a:xfrm>
          <a:prstGeom prst="rect">
            <a:avLst/>
          </a:prstGeom>
          <a:noFill/>
          <a:ln>
            <a:noFill/>
          </a:ln>
        </p:spPr>
      </p:pic>
      <p:pic>
        <p:nvPicPr>
          <p:cNvPr id="442" name="Google Shape;442;p29"/>
          <p:cNvPicPr preferRelativeResize="0"/>
          <p:nvPr/>
        </p:nvPicPr>
        <p:blipFill rotWithShape="1">
          <a:blip r:embed="rId4">
            <a:alphaModFix/>
          </a:blip>
          <a:srcRect b="0" l="0" r="0" t="0"/>
          <a:stretch/>
        </p:blipFill>
        <p:spPr>
          <a:xfrm>
            <a:off x="4807610" y="1491095"/>
            <a:ext cx="3574308" cy="195176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Holcim">
  <a:themeElements>
    <a:clrScheme name="Holcim">
      <a:dk1>
        <a:srgbClr val="000000"/>
      </a:dk1>
      <a:lt1>
        <a:srgbClr val="FFFFFF"/>
      </a:lt1>
      <a:dk2>
        <a:srgbClr val="000000"/>
      </a:dk2>
      <a:lt2>
        <a:srgbClr val="FFFFFF"/>
      </a:lt2>
      <a:accent1>
        <a:srgbClr val="1D4370"/>
      </a:accent1>
      <a:accent2>
        <a:srgbClr val="7ECF49"/>
      </a:accent2>
      <a:accent3>
        <a:srgbClr val="04BBF1"/>
      </a:accent3>
      <a:accent4>
        <a:srgbClr val="828282"/>
      </a:accent4>
      <a:accent5>
        <a:srgbClr val="B4B4B4"/>
      </a:accent5>
      <a:accent6>
        <a:srgbClr val="E6E6E6"/>
      </a:accent6>
      <a:hlink>
        <a:srgbClr val="04BBF1"/>
      </a:hlink>
      <a:folHlink>
        <a:srgbClr val="1D437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mployee Onboarding by Slidesgo">
  <a:themeElements>
    <a:clrScheme name="Simple Light">
      <a:dk1>
        <a:srgbClr val="2F2F2F"/>
      </a:dk1>
      <a:lt1>
        <a:srgbClr val="FFFFFF"/>
      </a:lt1>
      <a:dk2>
        <a:srgbClr val="6930C3"/>
      </a:dk2>
      <a:lt2>
        <a:srgbClr val="5390D9"/>
      </a:lt2>
      <a:accent1>
        <a:srgbClr val="48BFE3"/>
      </a:accent1>
      <a:accent2>
        <a:srgbClr val="6930C3"/>
      </a:accent2>
      <a:accent3>
        <a:srgbClr val="5390D9"/>
      </a:accent3>
      <a:accent4>
        <a:srgbClr val="48BFE3"/>
      </a:accent4>
      <a:accent5>
        <a:srgbClr val="6930C3"/>
      </a:accent5>
      <a:accent6>
        <a:srgbClr val="5390D9"/>
      </a:accent6>
      <a:hlink>
        <a:srgbClr val="2F2F2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Holcim">
  <a:themeElements>
    <a:clrScheme name="Holcim">
      <a:dk1>
        <a:srgbClr val="000000"/>
      </a:dk1>
      <a:lt1>
        <a:srgbClr val="FFFFFF"/>
      </a:lt1>
      <a:dk2>
        <a:srgbClr val="000000"/>
      </a:dk2>
      <a:lt2>
        <a:srgbClr val="FFFFFF"/>
      </a:lt2>
      <a:accent1>
        <a:srgbClr val="1D4370"/>
      </a:accent1>
      <a:accent2>
        <a:srgbClr val="7ECF49"/>
      </a:accent2>
      <a:accent3>
        <a:srgbClr val="04BBF1"/>
      </a:accent3>
      <a:accent4>
        <a:srgbClr val="828282"/>
      </a:accent4>
      <a:accent5>
        <a:srgbClr val="B4B4B4"/>
      </a:accent5>
      <a:accent6>
        <a:srgbClr val="E6E6E6"/>
      </a:accent6>
      <a:hlink>
        <a:srgbClr val="04BBF1"/>
      </a:hlink>
      <a:folHlink>
        <a:srgbClr val="1D437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